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 id="2147483680" r:id="rId6"/>
  </p:sldMasterIdLst>
  <p:notesMasterIdLst>
    <p:notesMasterId r:id="rId7"/>
  </p:notesMasterIdLst>
  <p:sldIdLst>
    <p:sldId id="256" r:id="rId37"/>
    <p:sldId id="257" r:id="rId38"/>
    <p:sldId id="258" r:id="rId39"/>
    <p:sldId id="259" r:id="rId40"/>
  </p:sldIdLst>
  <p:sldSz cy="5143500" cx="9144000"/>
  <p:notesSz cx="6858000" cy="9144000"/>
  <p:embeddedFontLst>
    <p:embeddedFont>
      <p:font typeface="Proxima Nova"/>
      <p:regular r:id="rId56"/>
      <p:bold r:id="rId57"/>
      <p:italic r:id="rId58"/>
      <p:boldItalic r:id="rId59"/>
    </p:embeddedFont>
    <p:embeddedFont>
      <p:font typeface="Roboto Medium"/>
      <p:regular r:id="rId60"/>
      <p:bold r:id="rId61"/>
      <p:italic r:id="rId62"/>
      <p:boldItalic r:id="rId63"/>
    </p:embeddedFont>
    <p:embeddedFont>
      <p:font typeface="Amatic SC"/>
      <p:regular r:id="rId64"/>
      <p:bold r:id="rId65"/>
    </p:embeddedFont>
    <p:embeddedFont>
      <p:font typeface="Poppins"/>
      <p:regular r:id="rId66"/>
      <p:bold r:id="rId67"/>
      <p:italic r:id="rId68"/>
      <p:boldItalic r:id="rId69"/>
    </p:embeddedFont>
    <p:embeddedFont>
      <p:font typeface="Albert Sans Medium"/>
      <p:regular r:id="rId70"/>
      <p:bold r:id="rId71"/>
      <p:italic r:id="rId72"/>
      <p:boldItalic r:id="rId73"/>
    </p:embeddedFont>
    <p:embeddedFont>
      <p:font typeface="Proxima Nova Semibold"/>
      <p:regular r:id="rId74"/>
      <p:bold r:id="rId75"/>
      <p:boldItalic r:id="rId76"/>
    </p:embeddedFont>
    <p:embeddedFont>
      <p:font typeface="Albert Sans"/>
      <p:regular r:id="rId77"/>
      <p:bold r:id="rId78"/>
      <p:italic r:id="rId79"/>
      <p:boldItalic r:id="rId80"/>
    </p:embeddedFont>
    <p:embeddedFont>
      <p:font typeface="DM Sans"/>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7F72BF-C66C-4B1D-8856-3B446A9C8F5F}">
  <a:tblStyle styleId="{6F7F72BF-C66C-4B1D-8856-3B446A9C8F5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37" Type="http://schemas.openxmlformats.org/officeDocument/2006/relationships/slide" Target="slides/slide1.xml"/><Relationship Id="rId38" Type="http://schemas.openxmlformats.org/officeDocument/2006/relationships/slide" Target="slides/slide2.xml"/><Relationship Id="rId39" Type="http://schemas.openxmlformats.org/officeDocument/2006/relationships/slide" Target="slides/slide3.xml"/><Relationship Id="rId40" Type="http://schemas.openxmlformats.org/officeDocument/2006/relationships/slide" Target="slides/slide4.xml"/><Relationship Id="rId56" Type="http://schemas.openxmlformats.org/officeDocument/2006/relationships/font" Target="fonts/ProximaNova-regular.fntdata"/><Relationship Id="rId57" Type="http://schemas.openxmlformats.org/officeDocument/2006/relationships/font" Target="fonts/ProximaNova-bold.fntdata"/><Relationship Id="rId58" Type="http://schemas.openxmlformats.org/officeDocument/2006/relationships/font" Target="fonts/ProximaNova-italic.fntdata"/><Relationship Id="rId59" Type="http://schemas.openxmlformats.org/officeDocument/2006/relationships/font" Target="fonts/ProximaNova-boldItalic.fntdata"/><Relationship Id="rId60" Type="http://schemas.openxmlformats.org/officeDocument/2006/relationships/font" Target="fonts/RobotoMedium-regular.fntdata"/><Relationship Id="rId61" Type="http://schemas.openxmlformats.org/officeDocument/2006/relationships/font" Target="fonts/RobotoMedium-bold.fntdata"/><Relationship Id="rId62" Type="http://schemas.openxmlformats.org/officeDocument/2006/relationships/font" Target="fonts/RobotoMedium-italic.fntdata"/><Relationship Id="rId63" Type="http://schemas.openxmlformats.org/officeDocument/2006/relationships/font" Target="fonts/RobotoMedium-boldItalic.fntdata"/><Relationship Id="rId64" Type="http://schemas.openxmlformats.org/officeDocument/2006/relationships/font" Target="fonts/AmaticSC-regular.fntdata"/><Relationship Id="rId65" Type="http://schemas.openxmlformats.org/officeDocument/2006/relationships/font" Target="fonts/AmaticSC-bold.fntdata"/><Relationship Id="rId66" Type="http://schemas.openxmlformats.org/officeDocument/2006/relationships/font" Target="fonts/Poppins-regular.fntdata"/><Relationship Id="rId67" Type="http://schemas.openxmlformats.org/officeDocument/2006/relationships/font" Target="fonts/Poppins-bold.fntdata"/><Relationship Id="rId68" Type="http://schemas.openxmlformats.org/officeDocument/2006/relationships/font" Target="fonts/Poppins-italic.fntdata"/><Relationship Id="rId69" Type="http://schemas.openxmlformats.org/officeDocument/2006/relationships/font" Target="fonts/Poppins-boldItalic.fntdata"/><Relationship Id="rId70" Type="http://schemas.openxmlformats.org/officeDocument/2006/relationships/font" Target="fonts/AlbertSansMedium-regular.fntdata"/><Relationship Id="rId71" Type="http://schemas.openxmlformats.org/officeDocument/2006/relationships/font" Target="fonts/AlbertSansMedium-bold.fntdata"/><Relationship Id="rId72" Type="http://schemas.openxmlformats.org/officeDocument/2006/relationships/font" Target="fonts/AlbertSansMedium-italic.fntdata"/><Relationship Id="rId73" Type="http://schemas.openxmlformats.org/officeDocument/2006/relationships/font" Target="fonts/AlbertSansMedium-boldItalic.fntdata"/><Relationship Id="rId74" Type="http://schemas.openxmlformats.org/officeDocument/2006/relationships/font" Target="fonts/ProximaNovaSemibold-regular.fntdata"/><Relationship Id="rId75" Type="http://schemas.openxmlformats.org/officeDocument/2006/relationships/font" Target="fonts/ProximaNovaSemibold-bold.fntdata"/><Relationship Id="rId76" Type="http://schemas.openxmlformats.org/officeDocument/2006/relationships/font" Target="fonts/ProximaNovaSemibold-boldItalic.fntdata"/><Relationship Id="rId77" Type="http://schemas.openxmlformats.org/officeDocument/2006/relationships/font" Target="fonts/AlbertSans-regular.fntdata"/><Relationship Id="rId78" Type="http://schemas.openxmlformats.org/officeDocument/2006/relationships/font" Target="fonts/AlbertSans-bold.fntdata"/><Relationship Id="rId79" Type="http://schemas.openxmlformats.org/officeDocument/2006/relationships/font" Target="fonts/AlbertSans-italic.fntdata"/><Relationship Id="rId80" Type="http://schemas.openxmlformats.org/officeDocument/2006/relationships/font" Target="fonts/AlbertSans-boldItalic.fntdata"/><Relationship Id="rId81" Type="http://schemas.openxmlformats.org/officeDocument/2006/relationships/font" Target="fonts/DMSans-regular.fntdata"/><Relationship Id="rId82" Type="http://schemas.openxmlformats.org/officeDocument/2006/relationships/font" Target="fonts/DMSans-bold.fntdata"/><Relationship Id="rId83" Type="http://schemas.openxmlformats.org/officeDocument/2006/relationships/font" Target="fonts/DMSans-italic.fntdata"/><Relationship Id="rId84"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Public health guidance tells you to get regular sun for vitamin D. It tells you roughly how long. It never tells you when. I'm going to show you that for the same annual amount of ultraviolet, the order of the sessions is worth about a third of the total dose, and that the saving is largest for the darkest skin.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 we built a three-state model: serum 25-hydroxyvitamin D, a melanin index, and stratum corneum thickness, all coupled. Ultraviolet drives synthesis, and the same ultraviolet drives the two attenuating states that suppress future synthesis. Synthesis is logarithmic in dose, scaled by exposed body surface area, attenuated multiplicatively by constitutive pigment, by the facultative tan, and by the stratum corneum, then inhibited by homeostatic feedback from circulating D itself. Between sessions all three states relax analytically; each session applies a saturating jump.</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the result. Same number of sessions, same erythema ceiling, same sufficiency floor. Only the order changes. Front-loading cuts the cumulative ultraviolet required by twenty-nine and a half percent at Fitzpatrick type one, and thirty-five and a half percent at type six. The saving grows monotonically with pigmentation, and at tighter session budgets it reaches forty-two percent for type six.</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the limits, because they matter more than the result. Our pipeline reports fourteen of fourteen validation checks passing, and that number is close to meaningless on its own. We tier every check by what it actually tests: four are internal self-consistency, three are direction-only, three are circular against data we fitted to, and two are labelled in their own source as not vitamin D evidence. Two are genuine external quantitative comparisons. Our one fully held-out test fails, by half a percent, sitting between two published lamp studies that disagree with each other by a factor of two. Absolute minutes are not a dosing instruction yet. What transfers is the ranking: the order of exposure is a free variable, it's worth about a third of the dose, and it helps the people who need the most sun the most.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529038"/>
            <a:ext cx="6919800" cy="20091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3800">
                <a:latin typeface="Poppins"/>
                <a:ea typeface="Poppins"/>
                <a:cs typeface="Poppins"/>
                <a:sym typeface="Poppi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13225" y="3721100"/>
            <a:ext cx="2308200" cy="73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sz="1600">
                <a:solidFill>
                  <a:schemeClr val="dk1"/>
                </a:solidFill>
                <a:latin typeface="Albert Sans Medium"/>
                <a:ea typeface="Albert Sans Medium"/>
                <a:cs typeface="Albert Sans Medium"/>
                <a:sym typeface="Albert Sans Medium"/>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grpSp>
        <p:nvGrpSpPr>
          <p:cNvPr id="11" name="Google Shape;11;p2"/>
          <p:cNvGrpSpPr/>
          <p:nvPr/>
        </p:nvGrpSpPr>
        <p:grpSpPr>
          <a:xfrm>
            <a:off x="-386316" y="-769880"/>
            <a:ext cx="9276274" cy="9176905"/>
            <a:chOff x="-386316" y="-769880"/>
            <a:chExt cx="9276274" cy="9176905"/>
          </a:xfrm>
        </p:grpSpPr>
        <p:sp>
          <p:nvSpPr>
            <p:cNvPr id="12" name="Google Shape;12;p2"/>
            <p:cNvSpPr/>
            <p:nvPr/>
          </p:nvSpPr>
          <p:spPr>
            <a:xfrm>
              <a:off x="7629958" y="3058625"/>
              <a:ext cx="1260000" cy="5348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 name="Google Shape;13;p2"/>
            <p:cNvSpPr/>
            <p:nvPr/>
          </p:nvSpPr>
          <p:spPr>
            <a:xfrm>
              <a:off x="6736200" y="3879112"/>
              <a:ext cx="1260000" cy="37074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 name="Google Shape;14;p2"/>
            <p:cNvSpPr/>
            <p:nvPr/>
          </p:nvSpPr>
          <p:spPr>
            <a:xfrm rot="10800000">
              <a:off x="312387" y="-76988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5" name="Google Shape;15;p2"/>
            <p:cNvSpPr/>
            <p:nvPr/>
          </p:nvSpPr>
          <p:spPr>
            <a:xfrm rot="10800000">
              <a:off x="-38477" y="-27518"/>
              <a:ext cx="698700" cy="698700"/>
            </a:xfrm>
            <a:prstGeom prst="chord">
              <a:avLst>
                <a:gd fmla="val 5399387" name="adj1"/>
                <a:gd fmla="val 16200000" name="adj2"/>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6" name="Google Shape;16;p2"/>
            <p:cNvSpPr/>
            <p:nvPr/>
          </p:nvSpPr>
          <p:spPr>
            <a:xfrm rot="10800000">
              <a:off x="-386316" y="-27518"/>
              <a:ext cx="698700" cy="698700"/>
            </a:xfrm>
            <a:prstGeom prst="chord">
              <a:avLst>
                <a:gd fmla="val 5399387" name="adj1"/>
                <a:gd fmla="val 16200000" name="adj2"/>
              </a:avLst>
            </a:prstGeom>
            <a:solidFill>
              <a:srgbClr val="F2557A">
                <a:alpha val="525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sp>
        <p:nvSpPr>
          <p:cNvPr id="18" name="Google Shape;18;p3"/>
          <p:cNvSpPr txBox="1"/>
          <p:nvPr>
            <p:ph type="title"/>
          </p:nvPr>
        </p:nvSpPr>
        <p:spPr>
          <a:xfrm>
            <a:off x="713225" y="2271750"/>
            <a:ext cx="33183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8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713225" y="1267988"/>
            <a:ext cx="13242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713225" y="3356325"/>
            <a:ext cx="33183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lt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 name="Google Shape;23;p4"/>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24" name="Google Shape;24;p4"/>
          <p:cNvGrpSpPr/>
          <p:nvPr/>
        </p:nvGrpSpPr>
        <p:grpSpPr>
          <a:xfrm>
            <a:off x="-363114" y="-686855"/>
            <a:ext cx="9835298" cy="6115780"/>
            <a:chOff x="-363114" y="-686855"/>
            <a:chExt cx="9835298" cy="6115780"/>
          </a:xfrm>
        </p:grpSpPr>
        <p:sp>
          <p:nvSpPr>
            <p:cNvPr id="25" name="Google Shape;25;p4"/>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6" name="Google Shape;26;p4"/>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7" name="Google Shape;27;p4"/>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8" name="Google Shape;28;p4"/>
            <p:cNvSpPr/>
            <p:nvPr/>
          </p:nvSpPr>
          <p:spPr>
            <a:xfrm flipH="1">
              <a:off x="8812484" y="4769225"/>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 name="Google Shape;31;p5"/>
          <p:cNvSpPr txBox="1"/>
          <p:nvPr>
            <p:ph idx="1" type="subTitle"/>
          </p:nvPr>
        </p:nvSpPr>
        <p:spPr>
          <a:xfrm>
            <a:off x="720000" y="3555900"/>
            <a:ext cx="7704000" cy="928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2800"/>
              <a:buChar char="○"/>
              <a:defRPr sz="2800"/>
            </a:lvl2pPr>
            <a:lvl3pPr lvl="2" rtl="0" algn="ctr">
              <a:lnSpc>
                <a:spcPct val="115000"/>
              </a:lnSpc>
              <a:spcBef>
                <a:spcPts val="0"/>
              </a:spcBef>
              <a:spcAft>
                <a:spcPts val="0"/>
              </a:spcAft>
              <a:buSzPts val="2800"/>
              <a:buChar char="■"/>
              <a:defRPr sz="2800"/>
            </a:lvl3pPr>
            <a:lvl4pPr lvl="3" rtl="0" algn="ctr">
              <a:lnSpc>
                <a:spcPct val="115000"/>
              </a:lnSpc>
              <a:spcBef>
                <a:spcPts val="0"/>
              </a:spcBef>
              <a:spcAft>
                <a:spcPts val="0"/>
              </a:spcAft>
              <a:buSzPts val="2800"/>
              <a:buChar char="●"/>
              <a:defRPr sz="2800"/>
            </a:lvl4pPr>
            <a:lvl5pPr lvl="4" rtl="0" algn="ctr">
              <a:lnSpc>
                <a:spcPct val="115000"/>
              </a:lnSpc>
              <a:spcBef>
                <a:spcPts val="0"/>
              </a:spcBef>
              <a:spcAft>
                <a:spcPts val="0"/>
              </a:spcAft>
              <a:buSzPts val="2800"/>
              <a:buChar char="○"/>
              <a:defRPr sz="2800"/>
            </a:lvl5pPr>
            <a:lvl6pPr lvl="5" rtl="0" algn="ctr">
              <a:lnSpc>
                <a:spcPct val="115000"/>
              </a:lnSpc>
              <a:spcBef>
                <a:spcPts val="0"/>
              </a:spcBef>
              <a:spcAft>
                <a:spcPts val="0"/>
              </a:spcAft>
              <a:buSzPts val="2800"/>
              <a:buChar char="■"/>
              <a:defRPr sz="2800"/>
            </a:lvl6pPr>
            <a:lvl7pPr lvl="6" rtl="0" algn="ctr">
              <a:lnSpc>
                <a:spcPct val="115000"/>
              </a:lnSpc>
              <a:spcBef>
                <a:spcPts val="0"/>
              </a:spcBef>
              <a:spcAft>
                <a:spcPts val="0"/>
              </a:spcAft>
              <a:buSzPts val="2800"/>
              <a:buChar char="●"/>
              <a:defRPr sz="2800"/>
            </a:lvl7pPr>
            <a:lvl8pPr lvl="7" rtl="0" algn="ctr">
              <a:lnSpc>
                <a:spcPct val="115000"/>
              </a:lnSpc>
              <a:spcBef>
                <a:spcPts val="0"/>
              </a:spcBef>
              <a:spcAft>
                <a:spcPts val="0"/>
              </a:spcAft>
              <a:buSzPts val="2800"/>
              <a:buChar char="○"/>
              <a:defRPr sz="2800"/>
            </a:lvl8pPr>
            <a:lvl9pPr lvl="8" rtl="0" algn="ctr">
              <a:lnSpc>
                <a:spcPct val="115000"/>
              </a:lnSpc>
              <a:spcBef>
                <a:spcPts val="0"/>
              </a:spcBef>
              <a:spcAft>
                <a:spcPts val="0"/>
              </a:spcAft>
              <a:buSzPts val="2800"/>
              <a:buChar char="■"/>
              <a:defRPr sz="2800"/>
            </a:lvl9pPr>
          </a:lstStyle>
          <a:p/>
        </p:txBody>
      </p:sp>
      <p:sp>
        <p:nvSpPr>
          <p:cNvPr id="32" name="Google Shape;32;p5"/>
          <p:cNvSpPr txBox="1"/>
          <p:nvPr>
            <p:ph idx="2" type="subTitle"/>
          </p:nvPr>
        </p:nvSpPr>
        <p:spPr>
          <a:xfrm>
            <a:off x="720000" y="1888700"/>
            <a:ext cx="7704000" cy="928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1400"/>
              <a:buChar char="○"/>
              <a:defRPr sz="2800"/>
            </a:lvl2pPr>
            <a:lvl3pPr lvl="2" rtl="0" algn="ctr">
              <a:lnSpc>
                <a:spcPct val="115000"/>
              </a:lnSpc>
              <a:spcBef>
                <a:spcPts val="0"/>
              </a:spcBef>
              <a:spcAft>
                <a:spcPts val="0"/>
              </a:spcAft>
              <a:buSzPts val="1400"/>
              <a:buChar char="■"/>
              <a:defRPr sz="2800"/>
            </a:lvl3pPr>
            <a:lvl4pPr lvl="3" rtl="0" algn="ctr">
              <a:lnSpc>
                <a:spcPct val="115000"/>
              </a:lnSpc>
              <a:spcBef>
                <a:spcPts val="0"/>
              </a:spcBef>
              <a:spcAft>
                <a:spcPts val="0"/>
              </a:spcAft>
              <a:buSzPts val="1400"/>
              <a:buChar char="●"/>
              <a:defRPr sz="2800"/>
            </a:lvl4pPr>
            <a:lvl5pPr lvl="4" rtl="0" algn="ctr">
              <a:lnSpc>
                <a:spcPct val="115000"/>
              </a:lnSpc>
              <a:spcBef>
                <a:spcPts val="0"/>
              </a:spcBef>
              <a:spcAft>
                <a:spcPts val="0"/>
              </a:spcAft>
              <a:buSzPts val="1400"/>
              <a:buChar char="○"/>
              <a:defRPr sz="2800"/>
            </a:lvl5pPr>
            <a:lvl6pPr lvl="5" rtl="0" algn="ctr">
              <a:lnSpc>
                <a:spcPct val="115000"/>
              </a:lnSpc>
              <a:spcBef>
                <a:spcPts val="0"/>
              </a:spcBef>
              <a:spcAft>
                <a:spcPts val="0"/>
              </a:spcAft>
              <a:buSzPts val="1400"/>
              <a:buChar char="■"/>
              <a:defRPr sz="2800"/>
            </a:lvl6pPr>
            <a:lvl7pPr lvl="6" rtl="0" algn="ctr">
              <a:lnSpc>
                <a:spcPct val="115000"/>
              </a:lnSpc>
              <a:spcBef>
                <a:spcPts val="0"/>
              </a:spcBef>
              <a:spcAft>
                <a:spcPts val="0"/>
              </a:spcAft>
              <a:buSzPts val="1400"/>
              <a:buChar char="●"/>
              <a:defRPr sz="2800"/>
            </a:lvl7pPr>
            <a:lvl8pPr lvl="7" rtl="0" algn="ctr">
              <a:lnSpc>
                <a:spcPct val="115000"/>
              </a:lnSpc>
              <a:spcBef>
                <a:spcPts val="0"/>
              </a:spcBef>
              <a:spcAft>
                <a:spcPts val="0"/>
              </a:spcAft>
              <a:buSzPts val="1400"/>
              <a:buChar char="○"/>
              <a:defRPr sz="2800"/>
            </a:lvl8pPr>
            <a:lvl9pPr lvl="8" rtl="0" algn="ctr">
              <a:lnSpc>
                <a:spcPct val="115000"/>
              </a:lnSpc>
              <a:spcBef>
                <a:spcPts val="0"/>
              </a:spcBef>
              <a:spcAft>
                <a:spcPts val="0"/>
              </a:spcAft>
              <a:buSzPts val="1400"/>
              <a:buChar char="■"/>
              <a:defRPr sz="2800"/>
            </a:lvl9pPr>
          </a:lstStyle>
          <a:p/>
        </p:txBody>
      </p:sp>
      <p:sp>
        <p:nvSpPr>
          <p:cNvPr id="33" name="Google Shape;33;p5"/>
          <p:cNvSpPr txBox="1"/>
          <p:nvPr>
            <p:ph idx="3" type="subTitle"/>
          </p:nvPr>
        </p:nvSpPr>
        <p:spPr>
          <a:xfrm>
            <a:off x="720000" y="1387700"/>
            <a:ext cx="7704000" cy="5010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DM Sans"/>
              <a:buNone/>
              <a:defRPr b="1" sz="2000">
                <a:latin typeface="Poppins"/>
                <a:ea typeface="Poppins"/>
                <a:cs typeface="Poppins"/>
                <a:sym typeface="Poppi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p:txBody>
      </p:sp>
      <p:sp>
        <p:nvSpPr>
          <p:cNvPr id="34" name="Google Shape;34;p5"/>
          <p:cNvSpPr txBox="1"/>
          <p:nvPr>
            <p:ph idx="4" type="subTitle"/>
          </p:nvPr>
        </p:nvSpPr>
        <p:spPr>
          <a:xfrm>
            <a:off x="720000" y="3054950"/>
            <a:ext cx="7704000" cy="5010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p:txBody>
      </p:sp>
      <p:grpSp>
        <p:nvGrpSpPr>
          <p:cNvPr id="35" name="Google Shape;35;p5"/>
          <p:cNvGrpSpPr/>
          <p:nvPr/>
        </p:nvGrpSpPr>
        <p:grpSpPr>
          <a:xfrm flipH="1">
            <a:off x="-286914" y="-686855"/>
            <a:ext cx="9835298" cy="2270105"/>
            <a:chOff x="-363114" y="-686855"/>
            <a:chExt cx="9835298" cy="2270105"/>
          </a:xfrm>
        </p:grpSpPr>
        <p:sp>
          <p:nvSpPr>
            <p:cNvPr id="36" name="Google Shape;36;p5"/>
            <p:cNvSpPr/>
            <p:nvPr/>
          </p:nvSpPr>
          <p:spPr>
            <a:xfrm flipH="1">
              <a:off x="8812484" y="1306050"/>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7" name="Google Shape;37;p5"/>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8" name="Google Shape;38;p5"/>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9" name="Google Shape;39;p5"/>
            <p:cNvSpPr/>
            <p:nvPr/>
          </p:nvSpPr>
          <p:spPr>
            <a:xfrm flipH="1">
              <a:off x="8812484" y="539500"/>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42" name="Google Shape;42;p6"/>
          <p:cNvGrpSpPr/>
          <p:nvPr/>
        </p:nvGrpSpPr>
        <p:grpSpPr>
          <a:xfrm>
            <a:off x="-1253563" y="-2863475"/>
            <a:ext cx="10503560" cy="7810745"/>
            <a:chOff x="-1253563" y="-2863475"/>
            <a:chExt cx="10503560" cy="7810745"/>
          </a:xfrm>
        </p:grpSpPr>
        <p:sp>
          <p:nvSpPr>
            <p:cNvPr id="43" name="Google Shape;43;p6"/>
            <p:cNvSpPr/>
            <p:nvPr/>
          </p:nvSpPr>
          <p:spPr>
            <a:xfrm flipH="1" rot="10800000">
              <a:off x="8458597" y="-2863475"/>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4" name="Google Shape;44;p6"/>
            <p:cNvSpPr/>
            <p:nvPr/>
          </p:nvSpPr>
          <p:spPr>
            <a:xfrm flipH="1" rot="10800000">
              <a:off x="7897325" y="-2230235"/>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45" name="Google Shape;45;p6"/>
            <p:cNvGrpSpPr/>
            <p:nvPr/>
          </p:nvGrpSpPr>
          <p:grpSpPr>
            <a:xfrm>
              <a:off x="-1253563" y="3992679"/>
              <a:ext cx="1828500" cy="954591"/>
              <a:chOff x="-1253563" y="3992679"/>
              <a:chExt cx="1828500" cy="954591"/>
            </a:xfrm>
          </p:grpSpPr>
          <p:sp>
            <p:nvSpPr>
              <p:cNvPr id="46" name="Google Shape;46;p6"/>
              <p:cNvSpPr/>
              <p:nvPr/>
            </p:nvSpPr>
            <p:spPr>
              <a:xfrm flipH="1" rot="5400000">
                <a:off x="-119071" y="399267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7" name="Google Shape;47;p6"/>
              <p:cNvSpPr/>
              <p:nvPr/>
            </p:nvSpPr>
            <p:spPr>
              <a:xfrm rot="5400000">
                <a:off x="-678013" y="3694320"/>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txBox="1"/>
          <p:nvPr>
            <p:ph type="title"/>
          </p:nvPr>
        </p:nvSpPr>
        <p:spPr>
          <a:xfrm>
            <a:off x="2585575" y="445025"/>
            <a:ext cx="584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 name="Google Shape;50;p7"/>
          <p:cNvSpPr txBox="1"/>
          <p:nvPr>
            <p:ph idx="1" type="subTitle"/>
          </p:nvPr>
        </p:nvSpPr>
        <p:spPr>
          <a:xfrm>
            <a:off x="2585575" y="1347250"/>
            <a:ext cx="5845200" cy="3173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Albert Sans Light"/>
              <a:buAutoNum type="arabicPeriod"/>
              <a:defRPr sz="1600"/>
            </a:lvl1pPr>
            <a:lvl2pPr lvl="1" rtl="0" algn="ctr">
              <a:lnSpc>
                <a:spcPct val="100000"/>
              </a:lnSpc>
              <a:spcBef>
                <a:spcPts val="0"/>
              </a:spcBef>
              <a:spcAft>
                <a:spcPts val="0"/>
              </a:spcAft>
              <a:buClr>
                <a:srgbClr val="E76A28"/>
              </a:buClr>
              <a:buSzPts val="1600"/>
              <a:buFont typeface="Nunito Light"/>
              <a:buAutoNum type="alphaLcPeriod"/>
              <a:defRPr/>
            </a:lvl2pPr>
            <a:lvl3pPr lvl="2" rtl="0" algn="ctr">
              <a:lnSpc>
                <a:spcPct val="100000"/>
              </a:lnSpc>
              <a:spcBef>
                <a:spcPts val="0"/>
              </a:spcBef>
              <a:spcAft>
                <a:spcPts val="0"/>
              </a:spcAft>
              <a:buClr>
                <a:srgbClr val="E76A28"/>
              </a:buClr>
              <a:buSzPts val="1500"/>
              <a:buFont typeface="Nunito Light"/>
              <a:buAutoNum type="romanLcPeriod"/>
              <a:defRPr/>
            </a:lvl3pPr>
            <a:lvl4pPr lvl="3" rtl="0" algn="ctr">
              <a:lnSpc>
                <a:spcPct val="100000"/>
              </a:lnSpc>
              <a:spcBef>
                <a:spcPts val="0"/>
              </a:spcBef>
              <a:spcAft>
                <a:spcPts val="0"/>
              </a:spcAft>
              <a:buClr>
                <a:srgbClr val="E76A28"/>
              </a:buClr>
              <a:buSzPts val="1500"/>
              <a:buFont typeface="Nunito Light"/>
              <a:buAutoNum type="arabicPeriod"/>
              <a:defRPr/>
            </a:lvl4pPr>
            <a:lvl5pPr lvl="4" rtl="0" algn="ctr">
              <a:lnSpc>
                <a:spcPct val="100000"/>
              </a:lnSpc>
              <a:spcBef>
                <a:spcPts val="0"/>
              </a:spcBef>
              <a:spcAft>
                <a:spcPts val="0"/>
              </a:spcAft>
              <a:buClr>
                <a:srgbClr val="E76A28"/>
              </a:buClr>
              <a:buSzPts val="1400"/>
              <a:buFont typeface="Nunito Light"/>
              <a:buAutoNum type="alphaLcPeriod"/>
              <a:defRPr/>
            </a:lvl5pPr>
            <a:lvl6pPr lvl="5" rtl="0" algn="ctr">
              <a:lnSpc>
                <a:spcPct val="100000"/>
              </a:lnSpc>
              <a:spcBef>
                <a:spcPts val="0"/>
              </a:spcBef>
              <a:spcAft>
                <a:spcPts val="0"/>
              </a:spcAft>
              <a:buClr>
                <a:srgbClr val="999999"/>
              </a:buClr>
              <a:buSzPts val="1400"/>
              <a:buFont typeface="Nunito Light"/>
              <a:buAutoNum type="romanLcPeriod"/>
              <a:defRPr/>
            </a:lvl6pPr>
            <a:lvl7pPr lvl="6" rtl="0" algn="ctr">
              <a:lnSpc>
                <a:spcPct val="100000"/>
              </a:lnSpc>
              <a:spcBef>
                <a:spcPts val="0"/>
              </a:spcBef>
              <a:spcAft>
                <a:spcPts val="0"/>
              </a:spcAft>
              <a:buClr>
                <a:srgbClr val="999999"/>
              </a:buClr>
              <a:buSzPts val="1300"/>
              <a:buFont typeface="Nunito Light"/>
              <a:buAutoNum type="arabicPeriod"/>
              <a:defRPr/>
            </a:lvl7pPr>
            <a:lvl8pPr lvl="7" rtl="0" algn="ctr">
              <a:lnSpc>
                <a:spcPct val="100000"/>
              </a:lnSpc>
              <a:spcBef>
                <a:spcPts val="0"/>
              </a:spcBef>
              <a:spcAft>
                <a:spcPts val="0"/>
              </a:spcAft>
              <a:buClr>
                <a:srgbClr val="999999"/>
              </a:buClr>
              <a:buSzPts val="1300"/>
              <a:buFont typeface="Nunito Light"/>
              <a:buAutoNum type="alphaLcPeriod"/>
              <a:defRPr/>
            </a:lvl8pPr>
            <a:lvl9pPr lvl="8" rtl="0" algn="ctr">
              <a:lnSpc>
                <a:spcPct val="100000"/>
              </a:lnSpc>
              <a:spcBef>
                <a:spcPts val="0"/>
              </a:spcBef>
              <a:spcAft>
                <a:spcPts val="0"/>
              </a:spcAft>
              <a:buClr>
                <a:srgbClr val="999999"/>
              </a:buClr>
              <a:buSzPts val="1400"/>
              <a:buFont typeface="Nunito Light"/>
              <a:buAutoNum type="romanLcPerio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1644450" y="1307100"/>
            <a:ext cx="5855100" cy="252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60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grpSp>
        <p:nvGrpSpPr>
          <p:cNvPr id="53" name="Google Shape;53;p8"/>
          <p:cNvGrpSpPr/>
          <p:nvPr/>
        </p:nvGrpSpPr>
        <p:grpSpPr>
          <a:xfrm>
            <a:off x="-2427224" y="-404176"/>
            <a:ext cx="12836711" cy="5212846"/>
            <a:chOff x="-2427224" y="-404176"/>
            <a:chExt cx="12836711" cy="5212846"/>
          </a:xfrm>
        </p:grpSpPr>
        <p:sp>
          <p:nvSpPr>
            <p:cNvPr id="54" name="Google Shape;54;p8"/>
            <p:cNvSpPr/>
            <p:nvPr/>
          </p:nvSpPr>
          <p:spPr>
            <a:xfrm flipH="1" rot="5400000">
              <a:off x="8153579" y="433137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5" name="Google Shape;55;p8"/>
            <p:cNvSpPr/>
            <p:nvPr/>
          </p:nvSpPr>
          <p:spPr>
            <a:xfrm flipH="1" rot="5400000">
              <a:off x="-1008524" y="-1822876"/>
              <a:ext cx="874500" cy="3711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6" name="Google Shape;56;p8"/>
            <p:cNvSpPr/>
            <p:nvPr/>
          </p:nvSpPr>
          <p:spPr>
            <a:xfrm flipH="1" rot="5400000">
              <a:off x="-1008555" y="-633201"/>
              <a:ext cx="874500" cy="25731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7" name="Google Shape;57;p8"/>
            <p:cNvSpPr/>
            <p:nvPr/>
          </p:nvSpPr>
          <p:spPr>
            <a:xfrm rot="5400000">
              <a:off x="9156537" y="3555720"/>
              <a:ext cx="677400" cy="1828500"/>
            </a:xfrm>
            <a:prstGeom prst="roundRect">
              <a:avLst>
                <a:gd fmla="val 50000" name="adj"/>
              </a:avLst>
            </a:prstGeom>
            <a:solidFill>
              <a:srgbClr val="0584A4">
                <a:alpha val="41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 name="Google Shape;60;p9"/>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1"/>
        </a:solidFill>
      </p:bgPr>
    </p:bg>
    <p:spTree>
      <p:nvGrpSpPr>
        <p:cNvPr id="61" name="Shape 61"/>
        <p:cNvGrpSpPr/>
        <p:nvPr/>
      </p:nvGrpSpPr>
      <p:grpSpPr>
        <a:xfrm>
          <a:off x="0" y="0"/>
          <a:ext cx="0" cy="0"/>
          <a:chOff x="0" y="0"/>
          <a:chExt cx="0" cy="0"/>
        </a:xfrm>
      </p:grpSpPr>
      <p:sp>
        <p:nvSpPr>
          <p:cNvPr id="62" name="Google Shape;62;p10"/>
          <p:cNvSpPr/>
          <p:nvPr>
            <p:ph idx="2" type="pic"/>
          </p:nvPr>
        </p:nvSpPr>
        <p:spPr>
          <a:xfrm>
            <a:off x="0" y="0"/>
            <a:ext cx="9144000" cy="5143500"/>
          </a:xfrm>
          <a:prstGeom prst="rect">
            <a:avLst/>
          </a:prstGeom>
          <a:noFill/>
          <a:ln>
            <a:noFill/>
          </a:ln>
        </p:spPr>
      </p:sp>
      <p:sp>
        <p:nvSpPr>
          <p:cNvPr id="63" name="Google Shape;63;p10"/>
          <p:cNvSpPr txBox="1"/>
          <p:nvPr>
            <p:ph type="title"/>
          </p:nvPr>
        </p:nvSpPr>
        <p:spPr>
          <a:xfrm>
            <a:off x="720000" y="3464675"/>
            <a:ext cx="4781100" cy="1143900"/>
          </a:xfrm>
          <a:prstGeom prst="rect">
            <a:avLst/>
          </a:prstGeom>
          <a:solidFill>
            <a:schemeClr val="dk1"/>
          </a:solidFill>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1906200" y="1777975"/>
            <a:ext cx="5331600" cy="1039800"/>
          </a:xfrm>
          <a:prstGeom prst="rect">
            <a:avLst/>
          </a:prstGeom>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chemeClr val="lt1"/>
              </a:buClr>
              <a:buSzPts val="9600"/>
              <a:buNone/>
              <a:defRPr sz="6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66" name="Google Shape;66;p11"/>
          <p:cNvSpPr txBox="1"/>
          <p:nvPr>
            <p:ph idx="1" type="subTitle"/>
          </p:nvPr>
        </p:nvSpPr>
        <p:spPr>
          <a:xfrm>
            <a:off x="1906200" y="3168125"/>
            <a:ext cx="53316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grpSp>
        <p:nvGrpSpPr>
          <p:cNvPr id="67" name="Google Shape;67;p11"/>
          <p:cNvGrpSpPr/>
          <p:nvPr/>
        </p:nvGrpSpPr>
        <p:grpSpPr>
          <a:xfrm>
            <a:off x="579550" y="-5059050"/>
            <a:ext cx="8158450" cy="15215050"/>
            <a:chOff x="579550" y="-5059050"/>
            <a:chExt cx="8158450" cy="15215050"/>
          </a:xfrm>
        </p:grpSpPr>
        <p:sp>
          <p:nvSpPr>
            <p:cNvPr id="68" name="Google Shape;68;p11"/>
            <p:cNvSpPr/>
            <p:nvPr/>
          </p:nvSpPr>
          <p:spPr>
            <a:xfrm flipH="1">
              <a:off x="579550" y="-5059050"/>
              <a:ext cx="1026600" cy="62973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9" name="Google Shape;69;p11"/>
            <p:cNvSpPr/>
            <p:nvPr/>
          </p:nvSpPr>
          <p:spPr>
            <a:xfrm flipH="1">
              <a:off x="7711400" y="3858700"/>
              <a:ext cx="1026600" cy="62973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0" name="Shape 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1" name="Shape 71"/>
        <p:cNvGrpSpPr/>
        <p:nvPr/>
      </p:nvGrpSpPr>
      <p:grpSpPr>
        <a:xfrm>
          <a:off x="0" y="0"/>
          <a:ext cx="0" cy="0"/>
          <a:chOff x="0" y="0"/>
          <a:chExt cx="0" cy="0"/>
        </a:xfrm>
      </p:grpSpPr>
      <p:sp>
        <p:nvSpPr>
          <p:cNvPr id="72" name="Google Shape;7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13"/>
          <p:cNvSpPr txBox="1"/>
          <p:nvPr>
            <p:ph idx="1" type="subTitle"/>
          </p:nvPr>
        </p:nvSpPr>
        <p:spPr>
          <a:xfrm>
            <a:off x="1777663" y="176167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4" name="Google Shape;74;p13"/>
          <p:cNvSpPr txBox="1"/>
          <p:nvPr>
            <p:ph idx="2" type="subTitle"/>
          </p:nvPr>
        </p:nvSpPr>
        <p:spPr>
          <a:xfrm>
            <a:off x="5757738" y="176167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5" name="Google Shape;75;p13"/>
          <p:cNvSpPr txBox="1"/>
          <p:nvPr>
            <p:ph idx="3" type="subTitle"/>
          </p:nvPr>
        </p:nvSpPr>
        <p:spPr>
          <a:xfrm>
            <a:off x="5757737" y="2793753"/>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6" name="Google Shape;76;p13"/>
          <p:cNvSpPr txBox="1"/>
          <p:nvPr>
            <p:ph idx="4" type="subTitle"/>
          </p:nvPr>
        </p:nvSpPr>
        <p:spPr>
          <a:xfrm>
            <a:off x="1777663" y="2793759"/>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7" name="Google Shape;77;p13"/>
          <p:cNvSpPr txBox="1"/>
          <p:nvPr>
            <p:ph hasCustomPrompt="1" idx="5" type="title"/>
          </p:nvPr>
        </p:nvSpPr>
        <p:spPr>
          <a:xfrm>
            <a:off x="876463" y="148027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p:nvPr>
            <p:ph hasCustomPrompt="1" idx="6" type="title"/>
          </p:nvPr>
        </p:nvSpPr>
        <p:spPr>
          <a:xfrm>
            <a:off x="4856538" y="2512350"/>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7" type="title"/>
          </p:nvPr>
        </p:nvSpPr>
        <p:spPr>
          <a:xfrm>
            <a:off x="4856538" y="148027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hasCustomPrompt="1" idx="8" type="title"/>
          </p:nvPr>
        </p:nvSpPr>
        <p:spPr>
          <a:xfrm>
            <a:off x="876463" y="2512350"/>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idx="9" type="subTitle"/>
          </p:nvPr>
        </p:nvSpPr>
        <p:spPr>
          <a:xfrm>
            <a:off x="5757737" y="3825828"/>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 name="Google Shape;82;p13"/>
          <p:cNvSpPr txBox="1"/>
          <p:nvPr>
            <p:ph idx="13" type="subTitle"/>
          </p:nvPr>
        </p:nvSpPr>
        <p:spPr>
          <a:xfrm>
            <a:off x="1777663" y="382582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3" name="Google Shape;83;p13"/>
          <p:cNvSpPr txBox="1"/>
          <p:nvPr>
            <p:ph hasCustomPrompt="1" idx="14" type="title"/>
          </p:nvPr>
        </p:nvSpPr>
        <p:spPr>
          <a:xfrm>
            <a:off x="4856538" y="354442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hasCustomPrompt="1" idx="15" type="title"/>
          </p:nvPr>
        </p:nvSpPr>
        <p:spPr>
          <a:xfrm>
            <a:off x="876463" y="354442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idx="16" type="subTitle"/>
          </p:nvPr>
        </p:nvSpPr>
        <p:spPr>
          <a:xfrm>
            <a:off x="1777662" y="148027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6" name="Google Shape;86;p13"/>
          <p:cNvSpPr txBox="1"/>
          <p:nvPr>
            <p:ph idx="17" type="subTitle"/>
          </p:nvPr>
        </p:nvSpPr>
        <p:spPr>
          <a:xfrm>
            <a:off x="5757738" y="148027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7" name="Google Shape;87;p13"/>
          <p:cNvSpPr txBox="1"/>
          <p:nvPr>
            <p:ph idx="18" type="subTitle"/>
          </p:nvPr>
        </p:nvSpPr>
        <p:spPr>
          <a:xfrm>
            <a:off x="5757737" y="2512350"/>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8" name="Google Shape;88;p13"/>
          <p:cNvSpPr txBox="1"/>
          <p:nvPr>
            <p:ph idx="19" type="subTitle"/>
          </p:nvPr>
        </p:nvSpPr>
        <p:spPr>
          <a:xfrm>
            <a:off x="1777662" y="2512338"/>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9" name="Google Shape;89;p13"/>
          <p:cNvSpPr txBox="1"/>
          <p:nvPr>
            <p:ph idx="20" type="subTitle"/>
          </p:nvPr>
        </p:nvSpPr>
        <p:spPr>
          <a:xfrm>
            <a:off x="5757737" y="354442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0" name="Google Shape;90;p13"/>
          <p:cNvSpPr txBox="1"/>
          <p:nvPr>
            <p:ph idx="21" type="subTitle"/>
          </p:nvPr>
        </p:nvSpPr>
        <p:spPr>
          <a:xfrm>
            <a:off x="1777662" y="354442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1" name="Google Shape;91;p13"/>
          <p:cNvGrpSpPr/>
          <p:nvPr/>
        </p:nvGrpSpPr>
        <p:grpSpPr>
          <a:xfrm>
            <a:off x="-363114" y="-686855"/>
            <a:ext cx="9835298" cy="6115780"/>
            <a:chOff x="-363114" y="-686855"/>
            <a:chExt cx="9835298" cy="6115780"/>
          </a:xfrm>
        </p:grpSpPr>
        <p:sp>
          <p:nvSpPr>
            <p:cNvPr id="92" name="Google Shape;92;p13"/>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3" name="Google Shape;93;p13"/>
            <p:cNvSpPr/>
            <p:nvPr/>
          </p:nvSpPr>
          <p:spPr>
            <a:xfrm flipH="1" rot="10800000">
              <a:off x="-173878" y="-686855"/>
              <a:ext cx="677400" cy="18285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4" name="Google Shape;94;p13"/>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5" name="Google Shape;95;p13"/>
            <p:cNvSpPr/>
            <p:nvPr/>
          </p:nvSpPr>
          <p:spPr>
            <a:xfrm flipH="1">
              <a:off x="8812484" y="4769225"/>
              <a:ext cx="659700" cy="6597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dk1"/>
        </a:solidFill>
      </p:bgPr>
    </p:bg>
    <p:spTree>
      <p:nvGrpSpPr>
        <p:cNvPr id="96" name="Shape 96"/>
        <p:cNvGrpSpPr/>
        <p:nvPr/>
      </p:nvGrpSpPr>
      <p:grpSpPr>
        <a:xfrm>
          <a:off x="0" y="0"/>
          <a:ext cx="0" cy="0"/>
          <a:chOff x="0" y="0"/>
          <a:chExt cx="0" cy="0"/>
        </a:xfrm>
      </p:grpSpPr>
      <p:sp>
        <p:nvSpPr>
          <p:cNvPr id="97" name="Google Shape;97;p14"/>
          <p:cNvSpPr txBox="1"/>
          <p:nvPr>
            <p:ph type="title"/>
          </p:nvPr>
        </p:nvSpPr>
        <p:spPr>
          <a:xfrm>
            <a:off x="2312325" y="3532875"/>
            <a:ext cx="5853600" cy="5319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3000"/>
              <a:buNone/>
              <a:defRPr sz="2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8" name="Google Shape;98;p14"/>
          <p:cNvSpPr txBox="1"/>
          <p:nvPr>
            <p:ph idx="1" type="subTitle"/>
          </p:nvPr>
        </p:nvSpPr>
        <p:spPr>
          <a:xfrm>
            <a:off x="2312275" y="1078725"/>
            <a:ext cx="5853600" cy="2343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solidFill>
                  <a:schemeClr val="lt1"/>
                </a:solidFill>
              </a:defRPr>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99" name="Google Shape;99;p14"/>
          <p:cNvGrpSpPr/>
          <p:nvPr/>
        </p:nvGrpSpPr>
        <p:grpSpPr>
          <a:xfrm>
            <a:off x="-3284446" y="334071"/>
            <a:ext cx="5348400" cy="2153758"/>
            <a:chOff x="-3284446" y="334071"/>
            <a:chExt cx="5348400" cy="2153758"/>
          </a:xfrm>
        </p:grpSpPr>
        <p:sp>
          <p:nvSpPr>
            <p:cNvPr id="100" name="Google Shape;100;p14"/>
            <p:cNvSpPr/>
            <p:nvPr/>
          </p:nvSpPr>
          <p:spPr>
            <a:xfrm flipH="1" rot="5400000">
              <a:off x="1474729" y="171922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1" name="Google Shape;101;p14"/>
            <p:cNvSpPr/>
            <p:nvPr/>
          </p:nvSpPr>
          <p:spPr>
            <a:xfrm flipH="1" rot="5400000">
              <a:off x="-1240246" y="-1710129"/>
              <a:ext cx="1260000" cy="5348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2" name="Google Shape;102;p14"/>
            <p:cNvSpPr/>
            <p:nvPr/>
          </p:nvSpPr>
          <p:spPr>
            <a:xfrm flipH="1" rot="5400000">
              <a:off x="-1240233" y="4129"/>
              <a:ext cx="1260000" cy="37074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03" name="Shape 103"/>
        <p:cNvGrpSpPr/>
        <p:nvPr/>
      </p:nvGrpSpPr>
      <p:grpSpPr>
        <a:xfrm>
          <a:off x="0" y="0"/>
          <a:ext cx="0" cy="0"/>
          <a:chOff x="0" y="0"/>
          <a:chExt cx="0" cy="0"/>
        </a:xfrm>
      </p:grpSpPr>
      <p:sp>
        <p:nvSpPr>
          <p:cNvPr id="104" name="Google Shape;104;p15"/>
          <p:cNvSpPr txBox="1"/>
          <p:nvPr>
            <p:ph type="title"/>
          </p:nvPr>
        </p:nvSpPr>
        <p:spPr>
          <a:xfrm>
            <a:off x="720000" y="1276938"/>
            <a:ext cx="3708000" cy="1473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 name="Google Shape;105;p15"/>
          <p:cNvSpPr txBox="1"/>
          <p:nvPr>
            <p:ph idx="1" type="subTitle"/>
          </p:nvPr>
        </p:nvSpPr>
        <p:spPr>
          <a:xfrm>
            <a:off x="720000" y="2750263"/>
            <a:ext cx="37080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15"/>
          <p:cNvSpPr/>
          <p:nvPr>
            <p:ph idx="2" type="pic"/>
          </p:nvPr>
        </p:nvSpPr>
        <p:spPr>
          <a:xfrm>
            <a:off x="5273100" y="533863"/>
            <a:ext cx="2910000" cy="4075800"/>
          </a:xfrm>
          <a:prstGeom prst="roundRect">
            <a:avLst>
              <a:gd fmla="val 16667" name="adj"/>
            </a:avLst>
          </a:prstGeom>
          <a:noFill/>
          <a:ln>
            <a:noFill/>
          </a:ln>
        </p:spPr>
      </p:sp>
      <p:grpSp>
        <p:nvGrpSpPr>
          <p:cNvPr id="107" name="Google Shape;107;p15"/>
          <p:cNvGrpSpPr/>
          <p:nvPr/>
        </p:nvGrpSpPr>
        <p:grpSpPr>
          <a:xfrm>
            <a:off x="-1050200" y="3866575"/>
            <a:ext cx="1931825" cy="6297300"/>
            <a:chOff x="-1050200" y="3866575"/>
            <a:chExt cx="1931825" cy="6297300"/>
          </a:xfrm>
        </p:grpSpPr>
        <p:sp>
          <p:nvSpPr>
            <p:cNvPr id="108" name="Google Shape;108;p15"/>
            <p:cNvSpPr/>
            <p:nvPr/>
          </p:nvSpPr>
          <p:spPr>
            <a:xfrm flipH="1" rot="10800000">
              <a:off x="-1050200" y="3866575"/>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9" name="Google Shape;109;p15"/>
            <p:cNvSpPr/>
            <p:nvPr/>
          </p:nvSpPr>
          <p:spPr>
            <a:xfrm flipH="1" rot="10800000">
              <a:off x="211725" y="4650500"/>
              <a:ext cx="669900" cy="6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10" name="Shape 110"/>
        <p:cNvGrpSpPr/>
        <p:nvPr/>
      </p:nvGrpSpPr>
      <p:grpSpPr>
        <a:xfrm>
          <a:off x="0" y="0"/>
          <a:ext cx="0" cy="0"/>
          <a:chOff x="0" y="0"/>
          <a:chExt cx="0" cy="0"/>
        </a:xfrm>
      </p:grpSpPr>
      <p:sp>
        <p:nvSpPr>
          <p:cNvPr id="111" name="Google Shape;111;p16"/>
          <p:cNvSpPr txBox="1"/>
          <p:nvPr>
            <p:ph type="title"/>
          </p:nvPr>
        </p:nvSpPr>
        <p:spPr>
          <a:xfrm>
            <a:off x="720000" y="1686150"/>
            <a:ext cx="3053100" cy="657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2" name="Google Shape;112;p16"/>
          <p:cNvSpPr txBox="1"/>
          <p:nvPr>
            <p:ph idx="1" type="subTitle"/>
          </p:nvPr>
        </p:nvSpPr>
        <p:spPr>
          <a:xfrm>
            <a:off x="720000" y="2292150"/>
            <a:ext cx="3053100" cy="116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3" name="Google Shape;113;p16"/>
          <p:cNvGrpSpPr/>
          <p:nvPr/>
        </p:nvGrpSpPr>
        <p:grpSpPr>
          <a:xfrm>
            <a:off x="-107150" y="-5035775"/>
            <a:ext cx="9299250" cy="15215050"/>
            <a:chOff x="-107150" y="-5059050"/>
            <a:chExt cx="9299250" cy="15215050"/>
          </a:xfrm>
        </p:grpSpPr>
        <p:sp>
          <p:nvSpPr>
            <p:cNvPr id="114" name="Google Shape;114;p16"/>
            <p:cNvSpPr/>
            <p:nvPr/>
          </p:nvSpPr>
          <p:spPr>
            <a:xfrm flipH="1">
              <a:off x="-107150" y="-5059050"/>
              <a:ext cx="1026600" cy="62973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15" name="Google Shape;115;p16"/>
            <p:cNvSpPr/>
            <p:nvPr/>
          </p:nvSpPr>
          <p:spPr>
            <a:xfrm flipH="1">
              <a:off x="8165500" y="3858700"/>
              <a:ext cx="1026600" cy="62973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
        <p:nvSpPr>
          <p:cNvPr id="116" name="Google Shape;116;p16"/>
          <p:cNvSpPr/>
          <p:nvPr/>
        </p:nvSpPr>
        <p:spPr>
          <a:xfrm flipH="1" rot="10800000">
            <a:off x="8430770" y="3055949"/>
            <a:ext cx="874500" cy="25731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17" name="Shape 117"/>
        <p:cNvGrpSpPr/>
        <p:nvPr/>
      </p:nvGrpSpPr>
      <p:grpSpPr>
        <a:xfrm>
          <a:off x="0" y="0"/>
          <a:ext cx="0" cy="0"/>
          <a:chOff x="0" y="0"/>
          <a:chExt cx="0" cy="0"/>
        </a:xfrm>
      </p:grpSpPr>
      <p:sp>
        <p:nvSpPr>
          <p:cNvPr id="118" name="Google Shape;118;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9" name="Google Shape;119;p17"/>
          <p:cNvSpPr txBox="1"/>
          <p:nvPr>
            <p:ph idx="1" type="body"/>
          </p:nvPr>
        </p:nvSpPr>
        <p:spPr>
          <a:xfrm>
            <a:off x="720000" y="1215750"/>
            <a:ext cx="7704000" cy="10569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Font typeface="Albert Sans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20" name="Shape 120"/>
        <p:cNvGrpSpPr/>
        <p:nvPr/>
      </p:nvGrpSpPr>
      <p:grpSpPr>
        <a:xfrm>
          <a:off x="0" y="0"/>
          <a:ext cx="0" cy="0"/>
          <a:chOff x="0" y="0"/>
          <a:chExt cx="0" cy="0"/>
        </a:xfrm>
      </p:grpSpPr>
      <p:sp>
        <p:nvSpPr>
          <p:cNvPr id="121" name="Google Shape;121;p18"/>
          <p:cNvSpPr txBox="1"/>
          <p:nvPr>
            <p:ph type="title"/>
          </p:nvPr>
        </p:nvSpPr>
        <p:spPr>
          <a:xfrm>
            <a:off x="1746175" y="445025"/>
            <a:ext cx="6684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 name="Google Shape;122;p18"/>
          <p:cNvSpPr txBox="1"/>
          <p:nvPr>
            <p:ph idx="1" type="body"/>
          </p:nvPr>
        </p:nvSpPr>
        <p:spPr>
          <a:xfrm>
            <a:off x="1746175" y="1215750"/>
            <a:ext cx="6684600" cy="339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123" name="Google Shape;123;p18"/>
          <p:cNvGrpSpPr/>
          <p:nvPr/>
        </p:nvGrpSpPr>
        <p:grpSpPr>
          <a:xfrm flipH="1">
            <a:off x="-1230850" y="2160950"/>
            <a:ext cx="2479800" cy="6297300"/>
            <a:chOff x="6564450" y="1268000"/>
            <a:chExt cx="2479800" cy="6297300"/>
          </a:xfrm>
        </p:grpSpPr>
        <p:sp>
          <p:nvSpPr>
            <p:cNvPr id="124" name="Google Shape;124;p18"/>
            <p:cNvSpPr/>
            <p:nvPr/>
          </p:nvSpPr>
          <p:spPr>
            <a:xfrm>
              <a:off x="7417650" y="1268000"/>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25" name="Google Shape;125;p18"/>
            <p:cNvSpPr/>
            <p:nvPr/>
          </p:nvSpPr>
          <p:spPr>
            <a:xfrm>
              <a:off x="6564450" y="2822300"/>
              <a:ext cx="10716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26" name="Google Shape;126;p18"/>
            <p:cNvSpPr/>
            <p:nvPr/>
          </p:nvSpPr>
          <p:spPr>
            <a:xfrm>
              <a:off x="6890850" y="2109800"/>
              <a:ext cx="418800" cy="4188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27" name="Shape 127"/>
        <p:cNvGrpSpPr/>
        <p:nvPr/>
      </p:nvGrpSpPr>
      <p:grpSpPr>
        <a:xfrm>
          <a:off x="0" y="0"/>
          <a:ext cx="0" cy="0"/>
          <a:chOff x="0" y="0"/>
          <a:chExt cx="0" cy="0"/>
        </a:xfrm>
      </p:grpSpPr>
      <p:sp>
        <p:nvSpPr>
          <p:cNvPr id="128" name="Google Shape;128;p19"/>
          <p:cNvSpPr txBox="1"/>
          <p:nvPr>
            <p:ph type="title"/>
          </p:nvPr>
        </p:nvSpPr>
        <p:spPr>
          <a:xfrm>
            <a:off x="1721750" y="445025"/>
            <a:ext cx="5700300" cy="1098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9" name="Google Shape;129;p19"/>
          <p:cNvGrpSpPr/>
          <p:nvPr/>
        </p:nvGrpSpPr>
        <p:grpSpPr>
          <a:xfrm>
            <a:off x="-107146" y="-909126"/>
            <a:ext cx="9417818" cy="8992626"/>
            <a:chOff x="-107146" y="-909126"/>
            <a:chExt cx="9417818" cy="8992626"/>
          </a:xfrm>
        </p:grpSpPr>
        <p:sp>
          <p:nvSpPr>
            <p:cNvPr id="130" name="Google Shape;130;p19"/>
            <p:cNvSpPr/>
            <p:nvPr/>
          </p:nvSpPr>
          <p:spPr>
            <a:xfrm flipH="1" rot="10800000">
              <a:off x="8519272" y="3954900"/>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1" name="Google Shape;131;p19"/>
            <p:cNvSpPr/>
            <p:nvPr/>
          </p:nvSpPr>
          <p:spPr>
            <a:xfrm flipH="1" rot="10800000">
              <a:off x="7958000" y="4588140"/>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32" name="Google Shape;132;p19"/>
            <p:cNvGrpSpPr/>
            <p:nvPr/>
          </p:nvGrpSpPr>
          <p:grpSpPr>
            <a:xfrm rot="5400000">
              <a:off x="-544100" y="-472171"/>
              <a:ext cx="1828500" cy="954591"/>
              <a:chOff x="-1253563" y="3992679"/>
              <a:chExt cx="1828500" cy="954591"/>
            </a:xfrm>
          </p:grpSpPr>
          <p:sp>
            <p:nvSpPr>
              <p:cNvPr id="133" name="Google Shape;133;p19"/>
              <p:cNvSpPr/>
              <p:nvPr/>
            </p:nvSpPr>
            <p:spPr>
              <a:xfrm flipH="1" rot="5400000">
                <a:off x="-119071" y="3992679"/>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4" name="Google Shape;134;p19"/>
              <p:cNvSpPr/>
              <p:nvPr/>
            </p:nvSpPr>
            <p:spPr>
              <a:xfrm rot="5400000">
                <a:off x="-678013" y="3694320"/>
                <a:ext cx="677400" cy="18285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35" name="Shape 135"/>
        <p:cNvGrpSpPr/>
        <p:nvPr/>
      </p:nvGrpSpPr>
      <p:grpSpPr>
        <a:xfrm>
          <a:off x="0" y="0"/>
          <a:ext cx="0" cy="0"/>
          <a:chOff x="0" y="0"/>
          <a:chExt cx="0" cy="0"/>
        </a:xfrm>
      </p:grpSpPr>
      <p:sp>
        <p:nvSpPr>
          <p:cNvPr id="136" name="Google Shape;136;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37" name="Google Shape;137;p20"/>
          <p:cNvGrpSpPr/>
          <p:nvPr/>
        </p:nvGrpSpPr>
        <p:grpSpPr>
          <a:xfrm flipH="1">
            <a:off x="-822466" y="-3825506"/>
            <a:ext cx="9983475" cy="8969006"/>
            <a:chOff x="-22300" y="-3825506"/>
            <a:chExt cx="9983475" cy="8969006"/>
          </a:xfrm>
        </p:grpSpPr>
        <p:sp>
          <p:nvSpPr>
            <p:cNvPr id="138" name="Google Shape;138;p20"/>
            <p:cNvSpPr/>
            <p:nvPr/>
          </p:nvSpPr>
          <p:spPr>
            <a:xfrm flipH="1">
              <a:off x="8312375" y="-678400"/>
              <a:ext cx="1648800" cy="164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9" name="Google Shape;139;p20"/>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0" name="Google Shape;140;p20"/>
            <p:cNvSpPr/>
            <p:nvPr/>
          </p:nvSpPr>
          <p:spPr>
            <a:xfrm flipH="1">
              <a:off x="171200" y="4469010"/>
              <a:ext cx="526500" cy="526500"/>
            </a:xfrm>
            <a:prstGeom prst="ellipse">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1" name="Google Shape;141;p20"/>
            <p:cNvSpPr/>
            <p:nvPr/>
          </p:nvSpPr>
          <p:spPr>
            <a:xfrm>
              <a:off x="7819550" y="-3825506"/>
              <a:ext cx="1483500" cy="4365000"/>
            </a:xfrm>
            <a:prstGeom prst="roundRect">
              <a:avLst>
                <a:gd fmla="val 50000" name="adj"/>
              </a:avLst>
            </a:prstGeom>
            <a:solidFill>
              <a:srgbClr val="F6F6F6">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42" name="Shape 142"/>
        <p:cNvGrpSpPr/>
        <p:nvPr/>
      </p:nvGrpSpPr>
      <p:grpSpPr>
        <a:xfrm>
          <a:off x="0" y="0"/>
          <a:ext cx="0" cy="0"/>
          <a:chOff x="0" y="0"/>
          <a:chExt cx="0" cy="0"/>
        </a:xfrm>
      </p:grpSpPr>
      <p:sp>
        <p:nvSpPr>
          <p:cNvPr id="143" name="Google Shape;1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44" name="Google Shape;144;p21"/>
          <p:cNvGrpSpPr/>
          <p:nvPr/>
        </p:nvGrpSpPr>
        <p:grpSpPr>
          <a:xfrm>
            <a:off x="-107146" y="-909126"/>
            <a:ext cx="9417818" cy="8992626"/>
            <a:chOff x="-107146" y="-909126"/>
            <a:chExt cx="9417818" cy="8992626"/>
          </a:xfrm>
        </p:grpSpPr>
        <p:sp>
          <p:nvSpPr>
            <p:cNvPr id="145" name="Google Shape;145;p21"/>
            <p:cNvSpPr/>
            <p:nvPr/>
          </p:nvSpPr>
          <p:spPr>
            <a:xfrm flipH="1" rot="10800000">
              <a:off x="8519272" y="3954900"/>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6" name="Google Shape;146;p21"/>
            <p:cNvSpPr/>
            <p:nvPr/>
          </p:nvSpPr>
          <p:spPr>
            <a:xfrm flipH="1" rot="10800000">
              <a:off x="7958000" y="4588140"/>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47" name="Google Shape;147;p21"/>
            <p:cNvGrpSpPr/>
            <p:nvPr/>
          </p:nvGrpSpPr>
          <p:grpSpPr>
            <a:xfrm rot="5400000">
              <a:off x="-544100" y="-472171"/>
              <a:ext cx="1828500" cy="954591"/>
              <a:chOff x="-1253563" y="3992679"/>
              <a:chExt cx="1828500" cy="954591"/>
            </a:xfrm>
          </p:grpSpPr>
          <p:sp>
            <p:nvSpPr>
              <p:cNvPr id="148" name="Google Shape;148;p21"/>
              <p:cNvSpPr/>
              <p:nvPr/>
            </p:nvSpPr>
            <p:spPr>
              <a:xfrm flipH="1" rot="5400000">
                <a:off x="-119071" y="3992679"/>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9" name="Google Shape;149;p21"/>
              <p:cNvSpPr/>
              <p:nvPr/>
            </p:nvSpPr>
            <p:spPr>
              <a:xfrm rot="5400000">
                <a:off x="-678013" y="3694320"/>
                <a:ext cx="677400" cy="18285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0" name="Shape 150"/>
        <p:cNvGrpSpPr/>
        <p:nvPr/>
      </p:nvGrpSpPr>
      <p:grpSpPr>
        <a:xfrm>
          <a:off x="0" y="0"/>
          <a:ext cx="0" cy="0"/>
          <a:chOff x="0" y="0"/>
          <a:chExt cx="0" cy="0"/>
        </a:xfrm>
      </p:grpSpPr>
      <p:sp>
        <p:nvSpPr>
          <p:cNvPr id="151" name="Google Shape;15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 name="Google Shape;152;p22"/>
          <p:cNvSpPr txBox="1"/>
          <p:nvPr>
            <p:ph idx="1" type="subTitle"/>
          </p:nvPr>
        </p:nvSpPr>
        <p:spPr>
          <a:xfrm>
            <a:off x="3099859" y="1710975"/>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3" name="Google Shape;153;p22"/>
          <p:cNvSpPr txBox="1"/>
          <p:nvPr>
            <p:ph idx="2" type="subTitle"/>
          </p:nvPr>
        </p:nvSpPr>
        <p:spPr>
          <a:xfrm>
            <a:off x="3099859" y="3946825"/>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 name="Google Shape;154;p22"/>
          <p:cNvSpPr txBox="1"/>
          <p:nvPr>
            <p:ph idx="3" type="subTitle"/>
          </p:nvPr>
        </p:nvSpPr>
        <p:spPr>
          <a:xfrm>
            <a:off x="3099859" y="2828900"/>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5" name="Google Shape;155;p22"/>
          <p:cNvSpPr txBox="1"/>
          <p:nvPr>
            <p:ph idx="4" type="subTitle"/>
          </p:nvPr>
        </p:nvSpPr>
        <p:spPr>
          <a:xfrm>
            <a:off x="3099859" y="1324575"/>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56" name="Google Shape;156;p22"/>
          <p:cNvSpPr txBox="1"/>
          <p:nvPr>
            <p:ph idx="5" type="subTitle"/>
          </p:nvPr>
        </p:nvSpPr>
        <p:spPr>
          <a:xfrm>
            <a:off x="3099859" y="3560425"/>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57" name="Google Shape;157;p22"/>
          <p:cNvSpPr txBox="1"/>
          <p:nvPr>
            <p:ph idx="6" type="subTitle"/>
          </p:nvPr>
        </p:nvSpPr>
        <p:spPr>
          <a:xfrm>
            <a:off x="3099859" y="2442500"/>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58" name="Google Shape;158;p22"/>
          <p:cNvGrpSpPr/>
          <p:nvPr/>
        </p:nvGrpSpPr>
        <p:grpSpPr>
          <a:xfrm>
            <a:off x="-393450" y="136650"/>
            <a:ext cx="9412000" cy="7788778"/>
            <a:chOff x="-393450" y="136650"/>
            <a:chExt cx="9412000" cy="7788778"/>
          </a:xfrm>
        </p:grpSpPr>
        <p:sp>
          <p:nvSpPr>
            <p:cNvPr id="159" name="Google Shape;159;p22"/>
            <p:cNvSpPr/>
            <p:nvPr/>
          </p:nvSpPr>
          <p:spPr>
            <a:xfrm flipH="1" rot="10800000">
              <a:off x="8492050" y="136650"/>
              <a:ext cx="526500" cy="526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60" name="Google Shape;160;p22"/>
            <p:cNvGrpSpPr/>
            <p:nvPr/>
          </p:nvGrpSpPr>
          <p:grpSpPr>
            <a:xfrm>
              <a:off x="-393450" y="2571752"/>
              <a:ext cx="1462351" cy="5353676"/>
              <a:chOff x="-2108325" y="-2157248"/>
              <a:chExt cx="1462351" cy="5353676"/>
            </a:xfrm>
          </p:grpSpPr>
          <p:sp>
            <p:nvSpPr>
              <p:cNvPr id="161" name="Google Shape;161;p22"/>
              <p:cNvSpPr/>
              <p:nvPr/>
            </p:nvSpPr>
            <p:spPr>
              <a:xfrm flipH="1" rot="10800000">
                <a:off x="-2108325" y="-2157248"/>
                <a:ext cx="793500" cy="7935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62" name="Google Shape;162;p22"/>
              <p:cNvSpPr/>
              <p:nvPr/>
            </p:nvSpPr>
            <p:spPr>
              <a:xfrm rot="10800000">
                <a:off x="-1665375" y="-1168572"/>
                <a:ext cx="1019400" cy="4365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3" name="Shape 163"/>
        <p:cNvGrpSpPr/>
        <p:nvPr/>
      </p:nvGrpSpPr>
      <p:grpSpPr>
        <a:xfrm>
          <a:off x="0" y="0"/>
          <a:ext cx="0" cy="0"/>
          <a:chOff x="0" y="0"/>
          <a:chExt cx="0" cy="0"/>
        </a:xfrm>
      </p:grpSpPr>
      <p:sp>
        <p:nvSpPr>
          <p:cNvPr id="164" name="Google Shape;16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5" name="Google Shape;165;p23"/>
          <p:cNvSpPr txBox="1"/>
          <p:nvPr>
            <p:ph idx="1" type="subTitle"/>
          </p:nvPr>
        </p:nvSpPr>
        <p:spPr>
          <a:xfrm>
            <a:off x="716625"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6" name="Google Shape;166;p23"/>
          <p:cNvSpPr txBox="1"/>
          <p:nvPr>
            <p:ph idx="2" type="subTitle"/>
          </p:nvPr>
        </p:nvSpPr>
        <p:spPr>
          <a:xfrm>
            <a:off x="3352500"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7" name="Google Shape;167;p23"/>
          <p:cNvSpPr txBox="1"/>
          <p:nvPr>
            <p:ph idx="3" type="subTitle"/>
          </p:nvPr>
        </p:nvSpPr>
        <p:spPr>
          <a:xfrm>
            <a:off x="5988375"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8" name="Google Shape;168;p23"/>
          <p:cNvSpPr txBox="1"/>
          <p:nvPr>
            <p:ph idx="4" type="subTitle"/>
          </p:nvPr>
        </p:nvSpPr>
        <p:spPr>
          <a:xfrm>
            <a:off x="716625"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9" name="Google Shape;169;p23"/>
          <p:cNvSpPr txBox="1"/>
          <p:nvPr>
            <p:ph idx="5" type="subTitle"/>
          </p:nvPr>
        </p:nvSpPr>
        <p:spPr>
          <a:xfrm>
            <a:off x="3352500"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0" name="Google Shape;170;p23"/>
          <p:cNvSpPr txBox="1"/>
          <p:nvPr>
            <p:ph idx="6" type="subTitle"/>
          </p:nvPr>
        </p:nvSpPr>
        <p:spPr>
          <a:xfrm>
            <a:off x="5988375"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71" name="Google Shape;171;p23"/>
          <p:cNvGrpSpPr/>
          <p:nvPr/>
        </p:nvGrpSpPr>
        <p:grpSpPr>
          <a:xfrm>
            <a:off x="-928775" y="-93025"/>
            <a:ext cx="10062875" cy="6791097"/>
            <a:chOff x="-928775" y="-93025"/>
            <a:chExt cx="10062875" cy="6791097"/>
          </a:xfrm>
        </p:grpSpPr>
        <p:sp>
          <p:nvSpPr>
            <p:cNvPr id="172" name="Google Shape;172;p23"/>
            <p:cNvSpPr/>
            <p:nvPr/>
          </p:nvSpPr>
          <p:spPr>
            <a:xfrm>
              <a:off x="-928775" y="-93025"/>
              <a:ext cx="1648800" cy="16488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73" name="Google Shape;173;p23"/>
            <p:cNvGrpSpPr/>
            <p:nvPr/>
          </p:nvGrpSpPr>
          <p:grpSpPr>
            <a:xfrm>
              <a:off x="8424000" y="4173728"/>
              <a:ext cx="710100" cy="2524343"/>
              <a:chOff x="8424000" y="4173728"/>
              <a:chExt cx="710100" cy="2524343"/>
            </a:xfrm>
          </p:grpSpPr>
          <p:sp>
            <p:nvSpPr>
              <p:cNvPr id="174" name="Google Shape;174;p23"/>
              <p:cNvSpPr/>
              <p:nvPr/>
            </p:nvSpPr>
            <p:spPr>
              <a:xfrm>
                <a:off x="8609250" y="4173728"/>
                <a:ext cx="339600" cy="3396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75" name="Google Shape;175;p23"/>
              <p:cNvSpPr/>
              <p:nvPr/>
            </p:nvSpPr>
            <p:spPr>
              <a:xfrm>
                <a:off x="8424000" y="4608572"/>
                <a:ext cx="710100" cy="2089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76" name="Shape 176"/>
        <p:cNvGrpSpPr/>
        <p:nvPr/>
      </p:nvGrpSpPr>
      <p:grpSpPr>
        <a:xfrm>
          <a:off x="0" y="0"/>
          <a:ext cx="0" cy="0"/>
          <a:chOff x="0" y="0"/>
          <a:chExt cx="0" cy="0"/>
        </a:xfrm>
      </p:grpSpPr>
      <p:sp>
        <p:nvSpPr>
          <p:cNvPr id="177" name="Google Shape;177;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8" name="Google Shape;178;p24"/>
          <p:cNvSpPr txBox="1"/>
          <p:nvPr>
            <p:ph idx="1" type="subTitle"/>
          </p:nvPr>
        </p:nvSpPr>
        <p:spPr>
          <a:xfrm>
            <a:off x="720000" y="1781139"/>
            <a:ext cx="3851700" cy="1203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79" name="Google Shape;179;p24"/>
          <p:cNvSpPr txBox="1"/>
          <p:nvPr>
            <p:ph idx="2" type="subTitle"/>
          </p:nvPr>
        </p:nvSpPr>
        <p:spPr>
          <a:xfrm>
            <a:off x="4571802" y="1778800"/>
            <a:ext cx="3851700" cy="1203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0" name="Google Shape;180;p24"/>
          <p:cNvSpPr txBox="1"/>
          <p:nvPr>
            <p:ph idx="3" type="subTitle"/>
          </p:nvPr>
        </p:nvSpPr>
        <p:spPr>
          <a:xfrm>
            <a:off x="720000" y="3635325"/>
            <a:ext cx="7704000" cy="665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1" name="Google Shape;181;p24"/>
          <p:cNvSpPr txBox="1"/>
          <p:nvPr>
            <p:ph idx="4" type="subTitle"/>
          </p:nvPr>
        </p:nvSpPr>
        <p:spPr>
          <a:xfrm>
            <a:off x="720000" y="1467825"/>
            <a:ext cx="38517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82" name="Google Shape;182;p24"/>
          <p:cNvSpPr txBox="1"/>
          <p:nvPr>
            <p:ph idx="5" type="subTitle"/>
          </p:nvPr>
        </p:nvSpPr>
        <p:spPr>
          <a:xfrm>
            <a:off x="4571800" y="1467825"/>
            <a:ext cx="38517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83" name="Google Shape;183;p24"/>
          <p:cNvSpPr txBox="1"/>
          <p:nvPr>
            <p:ph idx="6" type="subTitle"/>
          </p:nvPr>
        </p:nvSpPr>
        <p:spPr>
          <a:xfrm>
            <a:off x="720000" y="3325377"/>
            <a:ext cx="77040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84" name="Google Shape;184;p24"/>
          <p:cNvGrpSpPr/>
          <p:nvPr/>
        </p:nvGrpSpPr>
        <p:grpSpPr>
          <a:xfrm>
            <a:off x="-22300" y="-3825506"/>
            <a:ext cx="9983475" cy="8969006"/>
            <a:chOff x="-22300" y="-3825506"/>
            <a:chExt cx="9983475" cy="8969006"/>
          </a:xfrm>
        </p:grpSpPr>
        <p:sp>
          <p:nvSpPr>
            <p:cNvPr id="185" name="Google Shape;185;p24"/>
            <p:cNvSpPr/>
            <p:nvPr/>
          </p:nvSpPr>
          <p:spPr>
            <a:xfrm flipH="1">
              <a:off x="8312375" y="-678400"/>
              <a:ext cx="1648800" cy="16488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6" name="Google Shape;186;p24"/>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7" name="Google Shape;187;p24"/>
            <p:cNvSpPr/>
            <p:nvPr/>
          </p:nvSpPr>
          <p:spPr>
            <a:xfrm flipH="1">
              <a:off x="171200" y="4469010"/>
              <a:ext cx="526500" cy="526500"/>
            </a:xfrm>
            <a:prstGeom prst="ellipse">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8" name="Google Shape;188;p24"/>
            <p:cNvSpPr/>
            <p:nvPr/>
          </p:nvSpPr>
          <p:spPr>
            <a:xfrm>
              <a:off x="7819550" y="-3825506"/>
              <a:ext cx="14835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9" name="Shape 189"/>
        <p:cNvGrpSpPr/>
        <p:nvPr/>
      </p:nvGrpSpPr>
      <p:grpSpPr>
        <a:xfrm>
          <a:off x="0" y="0"/>
          <a:ext cx="0" cy="0"/>
          <a:chOff x="0" y="0"/>
          <a:chExt cx="0" cy="0"/>
        </a:xfrm>
      </p:grpSpPr>
      <p:sp>
        <p:nvSpPr>
          <p:cNvPr id="190" name="Google Shape;19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1" name="Google Shape;191;p25"/>
          <p:cNvSpPr txBox="1"/>
          <p:nvPr>
            <p:ph idx="1" type="subTitle"/>
          </p:nvPr>
        </p:nvSpPr>
        <p:spPr>
          <a:xfrm>
            <a:off x="1747638" y="1647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2" name="Google Shape;192;p25"/>
          <p:cNvSpPr txBox="1"/>
          <p:nvPr>
            <p:ph idx="2" type="subTitle"/>
          </p:nvPr>
        </p:nvSpPr>
        <p:spPr>
          <a:xfrm>
            <a:off x="5186088" y="1647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3" name="Google Shape;193;p25"/>
          <p:cNvSpPr txBox="1"/>
          <p:nvPr>
            <p:ph idx="3" type="subTitle"/>
          </p:nvPr>
        </p:nvSpPr>
        <p:spPr>
          <a:xfrm>
            <a:off x="1747638" y="3231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4" name="Google Shape;194;p25"/>
          <p:cNvSpPr txBox="1"/>
          <p:nvPr>
            <p:ph idx="4" type="subTitle"/>
          </p:nvPr>
        </p:nvSpPr>
        <p:spPr>
          <a:xfrm>
            <a:off x="5186088" y="3231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5" name="Google Shape;195;p25"/>
          <p:cNvSpPr txBox="1"/>
          <p:nvPr>
            <p:ph idx="5" type="subTitle"/>
          </p:nvPr>
        </p:nvSpPr>
        <p:spPr>
          <a:xfrm>
            <a:off x="1747650" y="121562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6" name="Google Shape;196;p25"/>
          <p:cNvSpPr txBox="1"/>
          <p:nvPr>
            <p:ph idx="6" type="subTitle"/>
          </p:nvPr>
        </p:nvSpPr>
        <p:spPr>
          <a:xfrm>
            <a:off x="5186100" y="121562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7" name="Google Shape;197;p25"/>
          <p:cNvSpPr txBox="1"/>
          <p:nvPr>
            <p:ph idx="7" type="subTitle"/>
          </p:nvPr>
        </p:nvSpPr>
        <p:spPr>
          <a:xfrm>
            <a:off x="1747650" y="279957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8" name="Google Shape;198;p25"/>
          <p:cNvSpPr txBox="1"/>
          <p:nvPr>
            <p:ph idx="8" type="subTitle"/>
          </p:nvPr>
        </p:nvSpPr>
        <p:spPr>
          <a:xfrm>
            <a:off x="5186100" y="279957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99" name="Google Shape;199;p25"/>
          <p:cNvGrpSpPr/>
          <p:nvPr/>
        </p:nvGrpSpPr>
        <p:grpSpPr>
          <a:xfrm>
            <a:off x="-2608950" y="-68353"/>
            <a:ext cx="14807675" cy="5426654"/>
            <a:chOff x="-2608950" y="-68353"/>
            <a:chExt cx="14807675" cy="5426654"/>
          </a:xfrm>
        </p:grpSpPr>
        <p:sp>
          <p:nvSpPr>
            <p:cNvPr id="200" name="Google Shape;200;p25"/>
            <p:cNvSpPr/>
            <p:nvPr/>
          </p:nvSpPr>
          <p:spPr>
            <a:xfrm rot="-5400000">
              <a:off x="9880775" y="-1781803"/>
              <a:ext cx="604500" cy="4031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1" name="Google Shape;201;p25"/>
            <p:cNvSpPr/>
            <p:nvPr/>
          </p:nvSpPr>
          <p:spPr>
            <a:xfrm rot="-5400000">
              <a:off x="9588139" y="-734549"/>
              <a:ext cx="604500" cy="2794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2" name="Google Shape;202;p25"/>
            <p:cNvSpPr/>
            <p:nvPr/>
          </p:nvSpPr>
          <p:spPr>
            <a:xfrm rot="5400000">
              <a:off x="-895500" y="3040351"/>
              <a:ext cx="604500" cy="4031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3" name="Google Shape;203;p25"/>
            <p:cNvSpPr/>
            <p:nvPr/>
          </p:nvSpPr>
          <p:spPr>
            <a:xfrm rot="5400000">
              <a:off x="-380001" y="3806300"/>
              <a:ext cx="604500" cy="16419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04" name="Shape 204"/>
        <p:cNvGrpSpPr/>
        <p:nvPr/>
      </p:nvGrpSpPr>
      <p:grpSpPr>
        <a:xfrm>
          <a:off x="0" y="0"/>
          <a:ext cx="0" cy="0"/>
          <a:chOff x="0" y="0"/>
          <a:chExt cx="0" cy="0"/>
        </a:xfrm>
      </p:grpSpPr>
      <p:sp>
        <p:nvSpPr>
          <p:cNvPr id="205" name="Google Shape;20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6"/>
          <p:cNvSpPr txBox="1"/>
          <p:nvPr>
            <p:ph idx="1" type="subTitle"/>
          </p:nvPr>
        </p:nvSpPr>
        <p:spPr>
          <a:xfrm>
            <a:off x="1046381"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7" name="Google Shape;207;p26"/>
          <p:cNvSpPr txBox="1"/>
          <p:nvPr>
            <p:ph idx="2" type="subTitle"/>
          </p:nvPr>
        </p:nvSpPr>
        <p:spPr>
          <a:xfrm>
            <a:off x="3538950"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8" name="Google Shape;208;p26"/>
          <p:cNvSpPr txBox="1"/>
          <p:nvPr>
            <p:ph idx="3" type="subTitle"/>
          </p:nvPr>
        </p:nvSpPr>
        <p:spPr>
          <a:xfrm>
            <a:off x="1046381"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9" name="Google Shape;209;p26"/>
          <p:cNvSpPr txBox="1"/>
          <p:nvPr>
            <p:ph idx="4" type="subTitle"/>
          </p:nvPr>
        </p:nvSpPr>
        <p:spPr>
          <a:xfrm>
            <a:off x="3538950"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0" name="Google Shape;210;p26"/>
          <p:cNvSpPr txBox="1"/>
          <p:nvPr>
            <p:ph idx="5" type="subTitle"/>
          </p:nvPr>
        </p:nvSpPr>
        <p:spPr>
          <a:xfrm>
            <a:off x="6031519"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1" name="Google Shape;211;p26"/>
          <p:cNvSpPr txBox="1"/>
          <p:nvPr>
            <p:ph idx="6" type="subTitle"/>
          </p:nvPr>
        </p:nvSpPr>
        <p:spPr>
          <a:xfrm>
            <a:off x="6031519"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2" name="Google Shape;212;p26"/>
          <p:cNvSpPr txBox="1"/>
          <p:nvPr>
            <p:ph idx="7" type="subTitle"/>
          </p:nvPr>
        </p:nvSpPr>
        <p:spPr>
          <a:xfrm>
            <a:off x="1046381"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3" name="Google Shape;213;p26"/>
          <p:cNvSpPr txBox="1"/>
          <p:nvPr>
            <p:ph idx="8" type="subTitle"/>
          </p:nvPr>
        </p:nvSpPr>
        <p:spPr>
          <a:xfrm>
            <a:off x="3538950"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4" name="Google Shape;214;p26"/>
          <p:cNvSpPr txBox="1"/>
          <p:nvPr>
            <p:ph idx="9" type="subTitle"/>
          </p:nvPr>
        </p:nvSpPr>
        <p:spPr>
          <a:xfrm>
            <a:off x="6031519"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 name="Google Shape;215;p26"/>
          <p:cNvSpPr txBox="1"/>
          <p:nvPr>
            <p:ph idx="13" type="subTitle"/>
          </p:nvPr>
        </p:nvSpPr>
        <p:spPr>
          <a:xfrm>
            <a:off x="1046381"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6" name="Google Shape;216;p26"/>
          <p:cNvSpPr txBox="1"/>
          <p:nvPr>
            <p:ph idx="14" type="subTitle"/>
          </p:nvPr>
        </p:nvSpPr>
        <p:spPr>
          <a:xfrm>
            <a:off x="3538950"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 name="Google Shape;217;p26"/>
          <p:cNvSpPr txBox="1"/>
          <p:nvPr>
            <p:ph idx="15" type="subTitle"/>
          </p:nvPr>
        </p:nvSpPr>
        <p:spPr>
          <a:xfrm>
            <a:off x="6031519"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18" name="Google Shape;218;p26"/>
          <p:cNvGrpSpPr/>
          <p:nvPr/>
        </p:nvGrpSpPr>
        <p:grpSpPr>
          <a:xfrm>
            <a:off x="-363114" y="-686855"/>
            <a:ext cx="9835298" cy="6115780"/>
            <a:chOff x="-363114" y="-686855"/>
            <a:chExt cx="9835298" cy="6115780"/>
          </a:xfrm>
        </p:grpSpPr>
        <p:sp>
          <p:nvSpPr>
            <p:cNvPr id="219" name="Google Shape;219;p26"/>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0" name="Google Shape;220;p26"/>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1" name="Google Shape;221;p26"/>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2" name="Google Shape;222;p26"/>
            <p:cNvSpPr/>
            <p:nvPr/>
          </p:nvSpPr>
          <p:spPr>
            <a:xfrm flipH="1">
              <a:off x="8812484" y="4769225"/>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bg>
      <p:bgPr>
        <a:solidFill>
          <a:schemeClr val="dk1"/>
        </a:solidFill>
      </p:bgPr>
    </p:bg>
    <p:spTree>
      <p:nvGrpSpPr>
        <p:cNvPr id="223" name="Shape 223"/>
        <p:cNvGrpSpPr/>
        <p:nvPr/>
      </p:nvGrpSpPr>
      <p:grpSpPr>
        <a:xfrm>
          <a:off x="0" y="0"/>
          <a:ext cx="0" cy="0"/>
          <a:chOff x="0" y="0"/>
          <a:chExt cx="0" cy="0"/>
        </a:xfrm>
      </p:grpSpPr>
      <p:sp>
        <p:nvSpPr>
          <p:cNvPr id="224" name="Google Shape;224;p27"/>
          <p:cNvSpPr txBox="1"/>
          <p:nvPr>
            <p:ph hasCustomPrompt="1" type="title"/>
          </p:nvPr>
        </p:nvSpPr>
        <p:spPr>
          <a:xfrm>
            <a:off x="713225" y="628300"/>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5" name="Google Shape;225;p27"/>
          <p:cNvSpPr txBox="1"/>
          <p:nvPr>
            <p:ph idx="1" type="subTitle"/>
          </p:nvPr>
        </p:nvSpPr>
        <p:spPr>
          <a:xfrm>
            <a:off x="713225" y="1211869"/>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26" name="Google Shape;226;p27"/>
          <p:cNvSpPr txBox="1"/>
          <p:nvPr>
            <p:ph hasCustomPrompt="1" idx="2" type="title"/>
          </p:nvPr>
        </p:nvSpPr>
        <p:spPr>
          <a:xfrm>
            <a:off x="713225" y="1980564"/>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27"/>
          <p:cNvSpPr txBox="1"/>
          <p:nvPr>
            <p:ph idx="3" type="subTitle"/>
          </p:nvPr>
        </p:nvSpPr>
        <p:spPr>
          <a:xfrm>
            <a:off x="713225" y="2564133"/>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28" name="Google Shape;228;p27"/>
          <p:cNvSpPr txBox="1"/>
          <p:nvPr>
            <p:ph hasCustomPrompt="1" idx="4" type="title"/>
          </p:nvPr>
        </p:nvSpPr>
        <p:spPr>
          <a:xfrm>
            <a:off x="713225" y="3332828"/>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9" name="Google Shape;229;p27"/>
          <p:cNvSpPr txBox="1"/>
          <p:nvPr>
            <p:ph idx="5" type="subTitle"/>
          </p:nvPr>
        </p:nvSpPr>
        <p:spPr>
          <a:xfrm>
            <a:off x="713225" y="3916397"/>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0" name="Shape 230"/>
        <p:cNvGrpSpPr/>
        <p:nvPr/>
      </p:nvGrpSpPr>
      <p:grpSpPr>
        <a:xfrm>
          <a:off x="0" y="0"/>
          <a:ext cx="0" cy="0"/>
          <a:chOff x="0" y="0"/>
          <a:chExt cx="0" cy="0"/>
        </a:xfrm>
      </p:grpSpPr>
      <p:sp>
        <p:nvSpPr>
          <p:cNvPr id="231" name="Google Shape;231;p28"/>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28"/>
          <p:cNvSpPr txBox="1"/>
          <p:nvPr>
            <p:ph idx="1" type="subTitle"/>
          </p:nvPr>
        </p:nvSpPr>
        <p:spPr>
          <a:xfrm>
            <a:off x="2347950" y="1598712"/>
            <a:ext cx="4448100" cy="1224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8"/>
          <p:cNvSpPr txBox="1"/>
          <p:nvPr/>
        </p:nvSpPr>
        <p:spPr>
          <a:xfrm>
            <a:off x="2559250" y="3478300"/>
            <a:ext cx="4025400" cy="76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b="1" lang="en" sz="1200" u="sng">
                <a:solidFill>
                  <a:schemeClr val="dk1"/>
                </a:solidFill>
                <a:latin typeface="Albert Sans"/>
                <a:ea typeface="Albert Sans"/>
                <a:cs typeface="Albert Sans"/>
                <a:sym typeface="Albert Sans"/>
                <a:hlinkClick r:id="rId2">
                  <a:extLst>
                    <a:ext uri="{A12FA001-AC4F-418D-AE19-62706E023703}">
                      <ahyp:hlinkClr val="tx"/>
                    </a:ext>
                  </a:extLst>
                </a:hlinkClick>
              </a:rPr>
              <a:t>Slidesgo</a:t>
            </a:r>
            <a:r>
              <a:rPr b="1" lang="en" sz="1200">
                <a:solidFill>
                  <a:schemeClr val="dk1"/>
                </a:solidFill>
                <a:latin typeface="Albert Sans"/>
                <a:ea typeface="Albert Sans"/>
                <a:cs typeface="Albert Sans"/>
                <a:sym typeface="Albert Sans"/>
              </a:rPr>
              <a:t>,</a:t>
            </a:r>
            <a:r>
              <a:rPr lang="en" sz="1200">
                <a:solidFill>
                  <a:schemeClr val="dk1"/>
                </a:solidFill>
                <a:latin typeface="Albert Sans"/>
                <a:ea typeface="Albert Sans"/>
                <a:cs typeface="Albert Sans"/>
                <a:sym typeface="Albert Sans"/>
              </a:rPr>
              <a:t> and includes icons by</a:t>
            </a:r>
            <a:r>
              <a:rPr b="1" lang="en" sz="1200">
                <a:solidFill>
                  <a:schemeClr val="dk1"/>
                </a:solidFill>
                <a:latin typeface="Albert Sans"/>
                <a:ea typeface="Albert Sans"/>
                <a:cs typeface="Albert Sans"/>
                <a:sym typeface="Albert Sans"/>
              </a:rPr>
              <a:t> </a:t>
            </a:r>
            <a:r>
              <a:rPr b="1" lang="en" sz="1200" u="sng">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b="1" lang="en" sz="1200">
                <a:solidFill>
                  <a:schemeClr val="dk1"/>
                </a:solidFill>
                <a:latin typeface="Albert Sans"/>
                <a:ea typeface="Albert Sans"/>
                <a:cs typeface="Albert Sans"/>
                <a:sym typeface="Albert Sans"/>
              </a:rPr>
              <a:t>,</a:t>
            </a:r>
            <a:r>
              <a:rPr lang="en" sz="1200">
                <a:solidFill>
                  <a:schemeClr val="dk1"/>
                </a:solidFill>
                <a:latin typeface="Albert Sans"/>
                <a:ea typeface="Albert Sans"/>
                <a:cs typeface="Albert Sans"/>
                <a:sym typeface="Albert Sans"/>
              </a:rPr>
              <a:t> and infographics &amp; images by </a:t>
            </a:r>
            <a:r>
              <a:rPr b="1" lang="en" sz="1200" u="sng">
                <a:solidFill>
                  <a:schemeClr val="dk1"/>
                </a:solidFill>
                <a:latin typeface="Albert Sans"/>
                <a:ea typeface="Albert Sans"/>
                <a:cs typeface="Albert Sans"/>
                <a:sym typeface="Albert Sans"/>
                <a:hlinkClick r:id="rId4">
                  <a:extLst>
                    <a:ext uri="{A12FA001-AC4F-418D-AE19-62706E023703}">
                      <ahyp:hlinkClr val="tx"/>
                    </a:ext>
                  </a:extLst>
                </a:hlinkClick>
              </a:rPr>
              <a:t>Freepik</a:t>
            </a:r>
            <a:r>
              <a:rPr b="1" lang="en" sz="1200" u="sng">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grpSp>
        <p:nvGrpSpPr>
          <p:cNvPr id="234" name="Google Shape;234;p28"/>
          <p:cNvGrpSpPr/>
          <p:nvPr/>
        </p:nvGrpSpPr>
        <p:grpSpPr>
          <a:xfrm flipH="1">
            <a:off x="262209" y="-769880"/>
            <a:ext cx="9276274" cy="9176905"/>
            <a:chOff x="-386316" y="-769880"/>
            <a:chExt cx="9276274" cy="9176905"/>
          </a:xfrm>
        </p:grpSpPr>
        <p:sp>
          <p:nvSpPr>
            <p:cNvPr id="235" name="Google Shape;235;p28"/>
            <p:cNvSpPr/>
            <p:nvPr/>
          </p:nvSpPr>
          <p:spPr>
            <a:xfrm>
              <a:off x="7629958" y="3058625"/>
              <a:ext cx="1260000" cy="5348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6" name="Google Shape;236;p28"/>
            <p:cNvSpPr/>
            <p:nvPr/>
          </p:nvSpPr>
          <p:spPr>
            <a:xfrm>
              <a:off x="6736200" y="3879112"/>
              <a:ext cx="1260000" cy="37074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7" name="Google Shape;237;p28"/>
            <p:cNvSpPr/>
            <p:nvPr/>
          </p:nvSpPr>
          <p:spPr>
            <a:xfrm rot="10800000">
              <a:off x="312387" y="-76988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8" name="Google Shape;238;p28"/>
            <p:cNvSpPr/>
            <p:nvPr/>
          </p:nvSpPr>
          <p:spPr>
            <a:xfrm rot="10800000">
              <a:off x="-38477" y="-27518"/>
              <a:ext cx="698700" cy="698700"/>
            </a:xfrm>
            <a:prstGeom prst="chord">
              <a:avLst>
                <a:gd fmla="val 5399387" name="adj1"/>
                <a:gd fmla="val 16200000" name="adj2"/>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9" name="Google Shape;239;p28"/>
            <p:cNvSpPr/>
            <p:nvPr/>
          </p:nvSpPr>
          <p:spPr>
            <a:xfrm rot="10800000">
              <a:off x="-386316" y="-27518"/>
              <a:ext cx="698700" cy="698700"/>
            </a:xfrm>
            <a:prstGeom prst="chord">
              <a:avLst>
                <a:gd fmla="val 5399387" name="adj1"/>
                <a:gd fmla="val 16200000" name="adj2"/>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40" name="Shape 240"/>
        <p:cNvGrpSpPr/>
        <p:nvPr/>
      </p:nvGrpSpPr>
      <p:grpSpPr>
        <a:xfrm>
          <a:off x="0" y="0"/>
          <a:ext cx="0" cy="0"/>
          <a:chOff x="0" y="0"/>
          <a:chExt cx="0" cy="0"/>
        </a:xfrm>
      </p:grpSpPr>
      <p:sp>
        <p:nvSpPr>
          <p:cNvPr id="241" name="Google Shape;241;p29"/>
          <p:cNvSpPr/>
          <p:nvPr/>
        </p:nvSpPr>
        <p:spPr>
          <a:xfrm flipH="1">
            <a:off x="8312375" y="-678400"/>
            <a:ext cx="1648800" cy="164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2" name="Google Shape;242;p29"/>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3" name="Google Shape;243;p29"/>
          <p:cNvSpPr/>
          <p:nvPr/>
        </p:nvSpPr>
        <p:spPr>
          <a:xfrm flipH="1">
            <a:off x="171200" y="4469010"/>
            <a:ext cx="526500" cy="526500"/>
          </a:xfrm>
          <a:prstGeom prst="ellipse">
            <a:avLst/>
          </a:prstGeom>
          <a:solidFill>
            <a:srgbClr val="0584A4">
              <a:alpha val="318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4" name="Google Shape;244;p29"/>
          <p:cNvSpPr/>
          <p:nvPr/>
        </p:nvSpPr>
        <p:spPr>
          <a:xfrm>
            <a:off x="7819550" y="-3825506"/>
            <a:ext cx="1483500" cy="4365000"/>
          </a:xfrm>
          <a:prstGeom prst="roundRect">
            <a:avLst>
              <a:gd fmla="val 50000" name="adj"/>
            </a:avLst>
          </a:prstGeom>
          <a:solidFill>
            <a:srgbClr val="FFFFFF">
              <a:alpha val="41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45" name="Shape 245"/>
        <p:cNvGrpSpPr/>
        <p:nvPr/>
      </p:nvGrpSpPr>
      <p:grpSpPr>
        <a:xfrm>
          <a:off x="0" y="0"/>
          <a:ext cx="0" cy="0"/>
          <a:chOff x="0" y="0"/>
          <a:chExt cx="0" cy="0"/>
        </a:xfrm>
      </p:grpSpPr>
      <p:grpSp>
        <p:nvGrpSpPr>
          <p:cNvPr id="246" name="Google Shape;246;p30"/>
          <p:cNvGrpSpPr/>
          <p:nvPr/>
        </p:nvGrpSpPr>
        <p:grpSpPr>
          <a:xfrm>
            <a:off x="-363114" y="-686855"/>
            <a:ext cx="9835298" cy="6115780"/>
            <a:chOff x="-363114" y="-686855"/>
            <a:chExt cx="9835298" cy="6115780"/>
          </a:xfrm>
        </p:grpSpPr>
        <p:sp>
          <p:nvSpPr>
            <p:cNvPr id="247" name="Google Shape;247;p30"/>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8" name="Google Shape;248;p30"/>
            <p:cNvSpPr/>
            <p:nvPr/>
          </p:nvSpPr>
          <p:spPr>
            <a:xfrm flipH="1" rot="10800000">
              <a:off x="-173878" y="-686855"/>
              <a:ext cx="677400" cy="18285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9" name="Google Shape;249;p30"/>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50" name="Google Shape;250;p30"/>
            <p:cNvSpPr/>
            <p:nvPr/>
          </p:nvSpPr>
          <p:spPr>
            <a:xfrm flipH="1">
              <a:off x="8812484" y="4769225"/>
              <a:ext cx="659700" cy="659700"/>
            </a:xfrm>
            <a:prstGeom prst="ellipse">
              <a:avLst/>
            </a:prstGeom>
            <a:solidFill>
              <a:srgbClr val="EE325F">
                <a:alpha val="718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54" name="Shape 254"/>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55" name="Shape 255"/>
        <p:cNvGrpSpPr/>
        <p:nvPr/>
      </p:nvGrpSpPr>
      <p:grpSpPr>
        <a:xfrm>
          <a:off x="0" y="0"/>
          <a:ext cx="0" cy="0"/>
          <a:chOff x="0" y="0"/>
          <a:chExt cx="0" cy="0"/>
        </a:xfrm>
      </p:grpSpPr>
      <p:sp>
        <p:nvSpPr>
          <p:cNvPr id="256" name="Google Shape;256;p3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51" name="Shape 251"/>
        <p:cNvGrpSpPr/>
        <p:nvPr/>
      </p:nvGrpSpPr>
      <p:grpSpPr>
        <a:xfrm>
          <a:off x="0" y="0"/>
          <a:ext cx="0" cy="0"/>
          <a:chOff x="0" y="0"/>
          <a:chExt cx="0" cy="0"/>
        </a:xfrm>
      </p:grpSpPr>
      <p:sp>
        <p:nvSpPr>
          <p:cNvPr id="252" name="Google Shape;252;p3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53" name="Google Shape;253;p3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22376" y="1298448"/>
            <a:ext cx="5989320" cy="1325880"/>
          </a:xfrm>
        </p:spPr>
        <p:txBody>
          <a:bodyPr wrap="square" anchor="b"/>
          <a:lstStyle/>
          <a:p>
            <a:pPr algn="l">
              <a:lnSpc>
                <a:spcPct val="104000"/>
              </a:lnSpc>
            </a:pPr>
            <a:r>
              <a:rPr sz="3400" b="1" i="0">
                <a:solidFill>
                  <a:srgbClr val="0E2A47"/>
                </a:solidFill>
                <a:latin typeface="Poppins"/>
              </a:rPr>
              <a:t>Scheduling, not just dose</a:t>
            </a:r>
          </a:p>
        </p:txBody>
      </p:sp>
      <p:sp>
        <p:nvSpPr>
          <p:cNvPr id="4" name="Rectangle 3"/>
          <p:cNvSpPr/>
          <p:nvPr/>
        </p:nvSpPr>
        <p:spPr>
          <a:xfrm>
            <a:off x="722376" y="2798064"/>
            <a:ext cx="1417320" cy="50292"/>
          </a:xfrm>
          <a:prstGeom prst="rect">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3044952"/>
            <a:ext cx="5760720" cy="777240"/>
          </a:xfrm>
          <a:prstGeom prst="rect">
            <a:avLst/>
          </a:prstGeom>
          <a:noFill/>
        </p:spPr>
        <p:txBody>
          <a:bodyPr wrap="square" lIns="0" rIns="0" tIns="0" bIns="0" anchor="t">
            <a:spAutoFit/>
          </a:bodyPr>
          <a:lstStyle/>
          <a:p>
            <a:pPr algn="l">
              <a:lnSpc>
                <a:spcPct val="128000"/>
              </a:lnSpc>
            </a:pPr>
            <a:r>
              <a:rPr sz="1500" b="0" i="0">
                <a:solidFill>
                  <a:srgbClr val="0E2A47"/>
                </a:solidFill>
                <a:latin typeface="Albert Sans"/>
              </a:rPr>
              <a:t>The order of sun exposure changes how much UV darker skin needs</a:t>
            </a:r>
          </a:p>
        </p:txBody>
      </p:sp>
      <p:sp>
        <p:nvSpPr>
          <p:cNvPr id="6" name="TextBox 5"/>
          <p:cNvSpPr txBox="1"/>
          <p:nvPr/>
        </p:nvSpPr>
        <p:spPr>
          <a:xfrm>
            <a:off x="722376" y="3913632"/>
            <a:ext cx="5760720" cy="777240"/>
          </a:xfrm>
          <a:prstGeom prst="rect">
            <a:avLst/>
          </a:prstGeom>
          <a:noFill/>
        </p:spPr>
        <p:txBody>
          <a:bodyPr wrap="square" lIns="0" rIns="0" tIns="0" bIns="0" anchor="t">
            <a:spAutoFit/>
          </a:bodyPr>
          <a:lstStyle/>
          <a:p>
            <a:pPr algn="l">
              <a:lnSpc>
                <a:spcPct val="120000"/>
              </a:lnSpc>
              <a:spcAft>
                <a:spcPts val="400"/>
              </a:spcAft>
            </a:pPr>
            <a:r>
              <a:rPr sz="1200" b="0" i="0">
                <a:solidFill>
                  <a:srgbClr val="0E2A47"/>
                </a:solidFill>
                <a:latin typeface="Albert Sans"/>
              </a:rPr>
              <a:t>Ahaan Nigam¹, Rabira Tusi², Pulkit Grover², [Fourth Author]²</a:t>
            </a:r>
          </a:p>
          <a:p>
            <a:pPr algn="l">
              <a:lnSpc>
                <a:spcPct val="130000"/>
              </a:lnSpc>
            </a:pPr>
            <a:r>
              <a:rPr sz="1050" b="0" i="0">
                <a:solidFill>
                  <a:srgbClr val="869FB2"/>
                </a:solidFill>
                <a:latin typeface="Albert Sans"/>
              </a:rPr>
              <a:t>¹Independent researcher · ahaannigam27@gmail.com</a:t>
            </a:r>
          </a:p>
          <a:p>
            <a:pPr algn="l">
              <a:lnSpc>
                <a:spcPct val="130000"/>
              </a:lnSpc>
            </a:pPr>
            <a:r>
              <a:rPr sz="1050" b="0" i="0">
                <a:solidFill>
                  <a:srgbClr val="869FB2"/>
                </a:solidFill>
                <a:latin typeface="Albert Sans"/>
              </a:rPr>
              <a:t>²Carnegie Mellon University · rtusi@cmu.edu · pulkitgrover@cmu.edu</a:t>
            </a:r>
          </a:p>
        </p:txBody>
      </p:sp>
      <p:sp>
        <p:nvSpPr>
          <p:cNvPr id="7" name="TextBox 6"/>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20624"/>
            <a:ext cx="7708392" cy="868680"/>
          </a:xfrm>
        </p:spPr>
        <p:txBody>
          <a:bodyPr wrap="square" anchor="t"/>
          <a:lstStyle/>
          <a:p>
            <a:pPr algn="l">
              <a:lnSpc>
                <a:spcPct val="106000"/>
              </a:lnSpc>
            </a:pPr>
            <a:r>
              <a:rPr sz="2400" b="1" i="0">
                <a:solidFill>
                  <a:srgbClr val="0E2A47"/>
                </a:solidFill>
                <a:latin typeface="Poppins"/>
              </a:rPr>
              <a:t>Three coupled states</a:t>
            </a:r>
          </a:p>
        </p:txBody>
      </p:sp>
      <p:sp>
        <p:nvSpPr>
          <p:cNvPr id="3" name="Rounded Rectangle 2"/>
          <p:cNvSpPr/>
          <p:nvPr/>
        </p:nvSpPr>
        <p:spPr>
          <a:xfrm>
            <a:off x="411480" y="2567269"/>
            <a:ext cx="1356969" cy="570311"/>
          </a:xfrm>
          <a:prstGeom prst="roundRect">
            <a:avLst>
              <a:gd name="adj" fmla="val 14000"/>
            </a:avLst>
          </a:prstGeom>
          <a:noFill/>
          <a:ln w="19050">
            <a:solidFill>
              <a:srgbClr val="0584A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584A4"/>
                </a:solidFill>
                <a:latin typeface="Albert Sans"/>
              </a:rPr>
              <a:t>UV session (SED)</a:t>
            </a:r>
          </a:p>
        </p:txBody>
      </p:sp>
      <p:sp>
        <p:nvSpPr>
          <p:cNvPr id="4" name="Rounded Rectangle 3"/>
          <p:cNvSpPr/>
          <p:nvPr/>
        </p:nvSpPr>
        <p:spPr>
          <a:xfrm>
            <a:off x="3121761" y="1305671"/>
            <a:ext cx="1843430" cy="604875"/>
          </a:xfrm>
          <a:prstGeom prst="roundRect">
            <a:avLst>
              <a:gd name="adj" fmla="val 14000"/>
            </a:avLst>
          </a:prstGeom>
          <a:solidFill>
            <a:srgbClr val="FFFFFF"/>
          </a:solidFill>
          <a:ln w="12700">
            <a:solidFill>
              <a:srgbClr val="869FB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E2A47"/>
                </a:solidFill>
                <a:latin typeface="Albert Sans"/>
              </a:rPr>
              <a:t>D(t)</a:t>
            </a:r>
          </a:p>
          <a:p>
            <a:pPr algn="ctr"/>
            <a:r>
              <a:rPr sz="1000" b="0" i="0">
                <a:solidFill>
                  <a:srgbClr val="869FB2"/>
                </a:solidFill>
                <a:latin typeface="Albert Sans"/>
              </a:rPr>
              <a:t>serum 25(OH)D</a:t>
            </a:r>
          </a:p>
        </p:txBody>
      </p:sp>
      <p:sp>
        <p:nvSpPr>
          <p:cNvPr id="5" name="Rounded Rectangle 4"/>
          <p:cNvSpPr/>
          <p:nvPr/>
        </p:nvSpPr>
        <p:spPr>
          <a:xfrm>
            <a:off x="3121761" y="2498140"/>
            <a:ext cx="1843430" cy="604875"/>
          </a:xfrm>
          <a:prstGeom prst="roundRect">
            <a:avLst>
              <a:gd name="adj" fmla="val 14000"/>
            </a:avLst>
          </a:prstGeom>
          <a:solidFill>
            <a:srgbClr val="FFFFFF"/>
          </a:solidFill>
          <a:ln w="12700">
            <a:solidFill>
              <a:srgbClr val="869FB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E2A47"/>
                </a:solidFill>
                <a:latin typeface="Albert Sans"/>
              </a:rPr>
              <a:t>M(t)</a:t>
            </a:r>
          </a:p>
          <a:p>
            <a:pPr algn="ctr"/>
            <a:r>
              <a:rPr sz="1000" b="0" i="0">
                <a:solidFill>
                  <a:srgbClr val="869FB2"/>
                </a:solidFill>
                <a:latin typeface="Albert Sans"/>
              </a:rPr>
              <a:t>melanin index</a:t>
            </a:r>
          </a:p>
        </p:txBody>
      </p:sp>
      <p:sp>
        <p:nvSpPr>
          <p:cNvPr id="6" name="Rounded Rectangle 5"/>
          <p:cNvSpPr/>
          <p:nvPr/>
        </p:nvSpPr>
        <p:spPr>
          <a:xfrm>
            <a:off x="3121761" y="3690609"/>
            <a:ext cx="1843430" cy="604875"/>
          </a:xfrm>
          <a:prstGeom prst="roundRect">
            <a:avLst>
              <a:gd name="adj" fmla="val 14000"/>
            </a:avLst>
          </a:prstGeom>
          <a:solidFill>
            <a:srgbClr val="FFFFFF"/>
          </a:solidFill>
          <a:ln w="12700">
            <a:solidFill>
              <a:srgbClr val="869FB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0E2A47"/>
                </a:solidFill>
                <a:latin typeface="Albert Sans"/>
              </a:rPr>
              <a:t>SC(t)</a:t>
            </a:r>
          </a:p>
          <a:p>
            <a:pPr algn="ctr"/>
            <a:r>
              <a:rPr sz="1000" b="0" i="0">
                <a:solidFill>
                  <a:srgbClr val="869FB2"/>
                </a:solidFill>
                <a:latin typeface="Albert Sans"/>
              </a:rPr>
              <a:t>stratum corneum</a:t>
            </a:r>
          </a:p>
        </p:txBody>
      </p:sp>
      <p:cxnSp>
        <p:nvCxnSpPr>
          <p:cNvPr id="7" name="Connector 6"/>
          <p:cNvCxnSpPr/>
          <p:nvPr/>
        </p:nvCxnSpPr>
        <p:spPr>
          <a:xfrm flipV="1">
            <a:off x="1768449" y="1608109"/>
            <a:ext cx="1353312" cy="1244316"/>
          </a:xfrm>
          <a:prstGeom prst="line">
            <a:avLst/>
          </a:prstGeom>
          <a:ln w="15875">
            <a:solidFill>
              <a:srgbClr val="0E2A47"/>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792435" y="2094605"/>
            <a:ext cx="841248" cy="201168"/>
          </a:xfrm>
          <a:prstGeom prst="rect">
            <a:avLst/>
          </a:prstGeom>
          <a:noFill/>
        </p:spPr>
        <p:txBody>
          <a:bodyPr wrap="square" lIns="0" rIns="0" tIns="0" bIns="0" anchor="t">
            <a:spAutoFit/>
          </a:bodyPr>
          <a:lstStyle/>
          <a:p>
            <a:pPr algn="ctr"/>
            <a:r>
              <a:rPr sz="1000" b="0" i="0">
                <a:solidFill>
                  <a:srgbClr val="0E2A47"/>
                </a:solidFill>
                <a:latin typeface="Albert Sans"/>
              </a:rPr>
              <a:t>synthesis</a:t>
            </a:r>
          </a:p>
        </p:txBody>
      </p:sp>
      <p:cxnSp>
        <p:nvCxnSpPr>
          <p:cNvPr id="9" name="Connector 8"/>
          <p:cNvCxnSpPr/>
          <p:nvPr/>
        </p:nvCxnSpPr>
        <p:spPr>
          <a:xfrm flipV="1">
            <a:off x="1768449" y="2800578"/>
            <a:ext cx="1353312" cy="51847"/>
          </a:xfrm>
          <a:prstGeom prst="line">
            <a:avLst/>
          </a:prstGeom>
          <a:ln w="15875">
            <a:solidFill>
              <a:srgbClr val="0E2A47"/>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909215" y="2547319"/>
            <a:ext cx="841248" cy="201168"/>
          </a:xfrm>
          <a:prstGeom prst="rect">
            <a:avLst/>
          </a:prstGeom>
          <a:noFill/>
        </p:spPr>
        <p:txBody>
          <a:bodyPr wrap="square" lIns="0" rIns="0" tIns="0" bIns="0" anchor="t">
            <a:spAutoFit/>
          </a:bodyPr>
          <a:lstStyle/>
          <a:p>
            <a:pPr algn="ctr"/>
            <a:r>
              <a:rPr sz="1000" b="0" i="0">
                <a:solidFill>
                  <a:srgbClr val="0E2A47"/>
                </a:solidFill>
                <a:latin typeface="Albert Sans"/>
              </a:rPr>
              <a:t>tanning</a:t>
            </a:r>
          </a:p>
        </p:txBody>
      </p:sp>
      <p:cxnSp>
        <p:nvCxnSpPr>
          <p:cNvPr id="11" name="Connector 10"/>
          <p:cNvCxnSpPr/>
          <p:nvPr/>
        </p:nvCxnSpPr>
        <p:spPr>
          <a:xfrm>
            <a:off x="1768449" y="2852425"/>
            <a:ext cx="1353312" cy="1140622"/>
          </a:xfrm>
          <a:prstGeom prst="line">
            <a:avLst/>
          </a:prstGeom>
          <a:ln w="15875">
            <a:solidFill>
              <a:srgbClr val="0E2A47"/>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98357" y="3370739"/>
            <a:ext cx="841248" cy="201168"/>
          </a:xfrm>
          <a:prstGeom prst="rect">
            <a:avLst/>
          </a:prstGeom>
          <a:noFill/>
        </p:spPr>
        <p:txBody>
          <a:bodyPr wrap="square" lIns="0" rIns="0" tIns="0" bIns="0" anchor="t">
            <a:spAutoFit/>
          </a:bodyPr>
          <a:lstStyle/>
          <a:p>
            <a:pPr algn="ctr"/>
            <a:r>
              <a:rPr sz="1000" b="0" i="0">
                <a:solidFill>
                  <a:srgbClr val="0E2A47"/>
                </a:solidFill>
                <a:latin typeface="Albert Sans"/>
              </a:rPr>
              <a:t>thickening</a:t>
            </a:r>
          </a:p>
        </p:txBody>
      </p:sp>
      <p:cxnSp>
        <p:nvCxnSpPr>
          <p:cNvPr id="13" name="Connector 12"/>
          <p:cNvCxnSpPr/>
          <p:nvPr/>
        </p:nvCxnSpPr>
        <p:spPr>
          <a:xfrm flipH="1">
            <a:off x="2847441" y="2800578"/>
            <a:ext cx="274320" cy="0"/>
          </a:xfrm>
          <a:prstGeom prst="line">
            <a:avLst/>
          </a:prstGeom>
          <a:ln w="13970">
            <a:solidFill>
              <a:srgbClr val="0584A4"/>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847441" y="3993047"/>
            <a:ext cx="274320" cy="0"/>
          </a:xfrm>
          <a:prstGeom prst="line">
            <a:avLst/>
          </a:prstGeom>
          <a:ln w="13970">
            <a:solidFill>
              <a:srgbClr val="0584A4"/>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47441" y="2800578"/>
            <a:ext cx="0" cy="1192469"/>
          </a:xfrm>
          <a:prstGeom prst="line">
            <a:avLst/>
          </a:prstGeom>
          <a:ln w="13970">
            <a:solidFill>
              <a:srgbClr val="0584A4"/>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445105" y="2230267"/>
            <a:ext cx="402336" cy="570311"/>
          </a:xfrm>
          <a:prstGeom prst="line">
            <a:avLst/>
          </a:prstGeom>
          <a:ln w="13970">
            <a:solidFill>
              <a:srgbClr val="0584A4"/>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914753" y="2321707"/>
            <a:ext cx="896112" cy="201168"/>
          </a:xfrm>
          <a:prstGeom prst="rect">
            <a:avLst/>
          </a:prstGeom>
          <a:noFill/>
        </p:spPr>
        <p:txBody>
          <a:bodyPr wrap="square" lIns="0" rIns="0" tIns="0" bIns="0" anchor="t">
            <a:spAutoFit/>
          </a:bodyPr>
          <a:lstStyle/>
          <a:p>
            <a:pPr algn="r"/>
            <a:r>
              <a:rPr sz="1000" b="0" i="0">
                <a:solidFill>
                  <a:srgbClr val="0584A4"/>
                </a:solidFill>
                <a:latin typeface="Albert Sans"/>
              </a:rPr>
              <a:t>attenuates</a:t>
            </a:r>
          </a:p>
        </p:txBody>
      </p:sp>
      <p:sp>
        <p:nvSpPr>
          <p:cNvPr id="18" name="Circular Arrow 17"/>
          <p:cNvSpPr/>
          <p:nvPr/>
        </p:nvSpPr>
        <p:spPr>
          <a:xfrm>
            <a:off x="5056631" y="1366159"/>
            <a:ext cx="384048" cy="384048"/>
          </a:xfrm>
          <a:prstGeom prst="circularArrow">
            <a:avLst/>
          </a:prstGeom>
          <a:noFill/>
          <a:ln w="1270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74336" y="1768495"/>
            <a:ext cx="548640" cy="411480"/>
          </a:xfrm>
          <a:prstGeom prst="rect">
            <a:avLst/>
          </a:prstGeom>
          <a:noFill/>
        </p:spPr>
        <p:txBody>
          <a:bodyPr wrap="square" lIns="0" rIns="0" tIns="0" bIns="0" anchor="t">
            <a:spAutoFit/>
          </a:bodyPr>
          <a:lstStyle/>
          <a:p>
            <a:pPr algn="ctr"/>
            <a:r>
              <a:rPr sz="900" b="0" i="0">
                <a:solidFill>
                  <a:srgbClr val="869FB2"/>
                </a:solidFill>
                <a:latin typeface="Albert Sans"/>
              </a:rPr>
              <a:t>g(D)</a:t>
            </a:r>
          </a:p>
          <a:p>
            <a:pPr algn="ctr"/>
            <a:r>
              <a:rPr sz="900" b="0" i="0">
                <a:solidFill>
                  <a:srgbClr val="869FB2"/>
                </a:solidFill>
                <a:latin typeface="Albert Sans"/>
              </a:rPr>
              <a:t>feedback</a:t>
            </a:r>
          </a:p>
        </p:txBody>
      </p:sp>
      <p:sp>
        <p:nvSpPr>
          <p:cNvPr id="20" name="TextBox 19"/>
          <p:cNvSpPr txBox="1"/>
          <p:nvPr/>
        </p:nvSpPr>
        <p:spPr>
          <a:xfrm>
            <a:off x="3121761" y="4315968"/>
            <a:ext cx="2666390" cy="256032"/>
          </a:xfrm>
          <a:prstGeom prst="rect">
            <a:avLst/>
          </a:prstGeom>
          <a:noFill/>
        </p:spPr>
        <p:txBody>
          <a:bodyPr wrap="square" lIns="0" rIns="0" tIns="0" bIns="0" anchor="t">
            <a:spAutoFit/>
          </a:bodyPr>
          <a:lstStyle/>
          <a:p>
            <a:pPr algn="l"/>
            <a:r>
              <a:rPr sz="1000" b="0" i="0">
                <a:solidFill>
                  <a:srgbClr val="869FB2"/>
                </a:solidFill>
                <a:latin typeface="Albert Sans"/>
              </a:rPr>
              <a:t>M and SC relax between sessions</a:t>
            </a:r>
          </a:p>
        </p:txBody>
      </p:sp>
      <p:sp>
        <p:nvSpPr>
          <p:cNvPr id="21" name="Rounded Rectangle 20"/>
          <p:cNvSpPr/>
          <p:nvPr/>
        </p:nvSpPr>
        <p:spPr>
          <a:xfrm>
            <a:off x="5897880" y="1234440"/>
            <a:ext cx="2606040" cy="384048"/>
          </a:xfrm>
          <a:prstGeom prst="roundRect">
            <a:avLst>
              <a:gd name="adj" fmla="val 50000"/>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Poppins"/>
              </a:rPr>
              <a:t>Serum 25(OH)D</a:t>
            </a:r>
          </a:p>
        </p:txBody>
      </p:sp>
      <p:sp>
        <p:nvSpPr>
          <p:cNvPr id="22" name="TextBox 21"/>
          <p:cNvSpPr txBox="1"/>
          <p:nvPr/>
        </p:nvSpPr>
        <p:spPr>
          <a:xfrm>
            <a:off x="5989320" y="1709928"/>
            <a:ext cx="2514600" cy="603504"/>
          </a:xfrm>
          <a:prstGeom prst="rect">
            <a:avLst/>
          </a:prstGeom>
          <a:noFill/>
        </p:spPr>
        <p:txBody>
          <a:bodyPr wrap="square" lIns="0" rIns="0" tIns="0" bIns="0" anchor="t">
            <a:spAutoFit/>
          </a:bodyPr>
          <a:lstStyle/>
          <a:p>
            <a:pPr algn="l">
              <a:lnSpc>
                <a:spcPct val="122000"/>
              </a:lnSpc>
            </a:pPr>
            <a:r>
              <a:rPr sz="1100" b="0" i="0">
                <a:solidFill>
                  <a:srgbClr val="869FB2"/>
                </a:solidFill>
                <a:latin typeface="Albert Sans"/>
              </a:rPr>
              <a:t>what the schedule has to hold above 50 nmol/L</a:t>
            </a:r>
          </a:p>
        </p:txBody>
      </p:sp>
      <p:sp>
        <p:nvSpPr>
          <p:cNvPr id="23" name="Rounded Rectangle 22"/>
          <p:cNvSpPr/>
          <p:nvPr/>
        </p:nvSpPr>
        <p:spPr>
          <a:xfrm>
            <a:off x="5897880" y="2377440"/>
            <a:ext cx="2606040" cy="384048"/>
          </a:xfrm>
          <a:prstGeom prst="roundRect">
            <a:avLst>
              <a:gd name="adj" fmla="val 50000"/>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Poppins"/>
              </a:rPr>
              <a:t>Melanin index</a:t>
            </a:r>
          </a:p>
        </p:txBody>
      </p:sp>
      <p:sp>
        <p:nvSpPr>
          <p:cNvPr id="24" name="TextBox 23"/>
          <p:cNvSpPr txBox="1"/>
          <p:nvPr/>
        </p:nvSpPr>
        <p:spPr>
          <a:xfrm>
            <a:off x="5989320" y="2852928"/>
            <a:ext cx="2514600" cy="603504"/>
          </a:xfrm>
          <a:prstGeom prst="rect">
            <a:avLst/>
          </a:prstGeom>
          <a:noFill/>
        </p:spPr>
        <p:txBody>
          <a:bodyPr wrap="square" lIns="0" rIns="0" tIns="0" bIns="0" anchor="t">
            <a:spAutoFit/>
          </a:bodyPr>
          <a:lstStyle/>
          <a:p>
            <a:pPr algn="l">
              <a:lnSpc>
                <a:spcPct val="122000"/>
              </a:lnSpc>
            </a:pPr>
            <a:r>
              <a:rPr sz="1100" b="0" i="0">
                <a:solidFill>
                  <a:srgbClr val="869FB2"/>
                </a:solidFill>
                <a:latin typeface="Albert Sans"/>
              </a:rPr>
              <a:t>tans under UV, then suppresses the next session</a:t>
            </a:r>
          </a:p>
        </p:txBody>
      </p:sp>
      <p:sp>
        <p:nvSpPr>
          <p:cNvPr id="25" name="Rounded Rectangle 24"/>
          <p:cNvSpPr/>
          <p:nvPr/>
        </p:nvSpPr>
        <p:spPr>
          <a:xfrm>
            <a:off x="5897880" y="3520440"/>
            <a:ext cx="2606040" cy="384048"/>
          </a:xfrm>
          <a:prstGeom prst="roundRect">
            <a:avLst>
              <a:gd name="adj" fmla="val 50000"/>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Poppins"/>
              </a:rPr>
              <a:t>Stratum corneum</a:t>
            </a:r>
          </a:p>
        </p:txBody>
      </p:sp>
      <p:sp>
        <p:nvSpPr>
          <p:cNvPr id="26" name="TextBox 25"/>
          <p:cNvSpPr txBox="1"/>
          <p:nvPr/>
        </p:nvSpPr>
        <p:spPr>
          <a:xfrm>
            <a:off x="5989320" y="3995928"/>
            <a:ext cx="2514600" cy="603504"/>
          </a:xfrm>
          <a:prstGeom prst="rect">
            <a:avLst/>
          </a:prstGeom>
          <a:noFill/>
        </p:spPr>
        <p:txBody>
          <a:bodyPr wrap="square" lIns="0" rIns="0" tIns="0" bIns="0" anchor="t">
            <a:spAutoFit/>
          </a:bodyPr>
          <a:lstStyle/>
          <a:p>
            <a:pPr algn="l">
              <a:lnSpc>
                <a:spcPct val="122000"/>
              </a:lnSpc>
            </a:pPr>
            <a:r>
              <a:rPr sz="1100" b="0" i="0">
                <a:solidFill>
                  <a:srgbClr val="869FB2"/>
                </a:solidFill>
                <a:latin typeface="Albert Sans"/>
              </a:rPr>
              <a:t>thickens under UV, on a slower clock</a:t>
            </a:r>
          </a:p>
        </p:txBody>
      </p:sp>
      <p:sp>
        <p:nvSpPr>
          <p:cNvPr id="27" name="TextBox 26"/>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20624"/>
            <a:ext cx="7708392" cy="868680"/>
          </a:xfrm>
        </p:spPr>
        <p:txBody>
          <a:bodyPr wrap="square" anchor="t"/>
          <a:lstStyle/>
          <a:p>
            <a:pPr algn="l">
              <a:lnSpc>
                <a:spcPct val="106000"/>
              </a:lnSpc>
            </a:pPr>
            <a:r>
              <a:rPr sz="2400" b="1" i="0">
                <a:solidFill>
                  <a:srgbClr val="0E2A47"/>
                </a:solidFill>
                <a:latin typeface="Poppins"/>
              </a:rPr>
              <a:t>Same sessions. Same limits. 30–36% less UV.</a:t>
            </a:r>
          </a:p>
        </p:txBody>
      </p:sp>
      <p:pic>
        <p:nvPicPr>
          <p:cNvPr id="3" name="Picture 2" descr="f3_frontload_saving.png"/>
          <p:cNvPicPr>
            <a:picLocks noChangeAspect="1"/>
          </p:cNvPicPr>
          <p:nvPr/>
        </p:nvPicPr>
        <p:blipFill>
          <a:blip r:embed="rId2"/>
          <a:stretch>
            <a:fillRect/>
          </a:stretch>
        </p:blipFill>
        <p:spPr>
          <a:xfrm>
            <a:off x="502920" y="1299461"/>
            <a:ext cx="5029200" cy="3024636"/>
          </a:xfrm>
          <a:prstGeom prst="rect">
            <a:avLst/>
          </a:prstGeom>
        </p:spPr>
      </p:pic>
      <p:sp>
        <p:nvSpPr>
          <p:cNvPr id="4" name="TextBox 3"/>
          <p:cNvSpPr txBox="1"/>
          <p:nvPr/>
        </p:nvSpPr>
        <p:spPr>
          <a:xfrm>
            <a:off x="5806440" y="1325880"/>
            <a:ext cx="2743200" cy="658368"/>
          </a:xfrm>
          <a:prstGeom prst="rect">
            <a:avLst/>
          </a:prstGeom>
          <a:noFill/>
        </p:spPr>
        <p:txBody>
          <a:bodyPr wrap="square" lIns="0" rIns="0" tIns="0" bIns="0" anchor="t">
            <a:spAutoFit/>
          </a:bodyPr>
          <a:lstStyle/>
          <a:p>
            <a:pPr algn="l">
              <a:lnSpc>
                <a:spcPct val="108000"/>
              </a:lnSpc>
            </a:pPr>
            <a:r>
              <a:rPr sz="1800" b="1" i="0">
                <a:solidFill>
                  <a:srgbClr val="0E2A47"/>
                </a:solidFill>
                <a:latin typeface="Poppins"/>
              </a:rPr>
              <a:t>−29.56% at FST I</a:t>
            </a:r>
          </a:p>
        </p:txBody>
      </p:sp>
      <p:sp>
        <p:nvSpPr>
          <p:cNvPr id="5" name="TextBox 4"/>
          <p:cNvSpPr txBox="1"/>
          <p:nvPr/>
        </p:nvSpPr>
        <p:spPr>
          <a:xfrm>
            <a:off x="5806440" y="2002536"/>
            <a:ext cx="2743200" cy="365760"/>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lightest skin</a:t>
            </a:r>
          </a:p>
        </p:txBody>
      </p:sp>
      <p:sp>
        <p:nvSpPr>
          <p:cNvPr id="6" name="Rectangle 5"/>
          <p:cNvSpPr/>
          <p:nvPr/>
        </p:nvSpPr>
        <p:spPr>
          <a:xfrm>
            <a:off x="5806440" y="2249424"/>
            <a:ext cx="2697480" cy="10972"/>
          </a:xfrm>
          <a:prstGeom prst="rect">
            <a:avLst/>
          </a:prstGeom>
          <a:solidFill>
            <a:srgbClr val="869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06440" y="2468880"/>
            <a:ext cx="2743200" cy="658368"/>
          </a:xfrm>
          <a:prstGeom prst="rect">
            <a:avLst/>
          </a:prstGeom>
          <a:noFill/>
        </p:spPr>
        <p:txBody>
          <a:bodyPr wrap="square" lIns="0" rIns="0" tIns="0" bIns="0" anchor="t">
            <a:spAutoFit/>
          </a:bodyPr>
          <a:lstStyle/>
          <a:p>
            <a:pPr algn="l">
              <a:lnSpc>
                <a:spcPct val="108000"/>
              </a:lnSpc>
            </a:pPr>
            <a:r>
              <a:rPr sz="1800" b="1" i="0">
                <a:solidFill>
                  <a:srgbClr val="0E2A47"/>
                </a:solidFill>
                <a:latin typeface="Poppins"/>
              </a:rPr>
              <a:t>−35.50% at FST VI</a:t>
            </a:r>
          </a:p>
        </p:txBody>
      </p:sp>
      <p:sp>
        <p:nvSpPr>
          <p:cNvPr id="8" name="TextBox 7"/>
          <p:cNvSpPr txBox="1"/>
          <p:nvPr/>
        </p:nvSpPr>
        <p:spPr>
          <a:xfrm>
            <a:off x="5806440" y="3145536"/>
            <a:ext cx="2743200" cy="365760"/>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darkest skin</a:t>
            </a:r>
          </a:p>
        </p:txBody>
      </p:sp>
      <p:sp>
        <p:nvSpPr>
          <p:cNvPr id="9" name="Rectangle 8"/>
          <p:cNvSpPr/>
          <p:nvPr/>
        </p:nvSpPr>
        <p:spPr>
          <a:xfrm>
            <a:off x="5806440" y="3392424"/>
            <a:ext cx="2697480" cy="10972"/>
          </a:xfrm>
          <a:prstGeom prst="rect">
            <a:avLst/>
          </a:prstGeom>
          <a:solidFill>
            <a:srgbClr val="869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06440" y="3611880"/>
            <a:ext cx="2743200" cy="658368"/>
          </a:xfrm>
          <a:prstGeom prst="rect">
            <a:avLst/>
          </a:prstGeom>
          <a:noFill/>
        </p:spPr>
        <p:txBody>
          <a:bodyPr wrap="square" lIns="0" rIns="0" tIns="0" bIns="0" anchor="t">
            <a:spAutoFit/>
          </a:bodyPr>
          <a:lstStyle/>
          <a:p>
            <a:pPr algn="l">
              <a:lnSpc>
                <a:spcPct val="108000"/>
              </a:lnSpc>
            </a:pPr>
            <a:r>
              <a:rPr sz="1800" b="1" i="0">
                <a:solidFill>
                  <a:srgbClr val="0E2A47"/>
                </a:solidFill>
                <a:latin typeface="Poppins"/>
              </a:rPr>
              <a:t>−42.41% at a 183-session budget</a:t>
            </a:r>
          </a:p>
        </p:txBody>
      </p:sp>
      <p:sp>
        <p:nvSpPr>
          <p:cNvPr id="11" name="TextBox 10"/>
          <p:cNvSpPr txBox="1"/>
          <p:nvPr/>
        </p:nvSpPr>
        <p:spPr>
          <a:xfrm>
            <a:off x="5806440" y="4288536"/>
            <a:ext cx="2743200" cy="365760"/>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tighter budget, larger saving</a:t>
            </a:r>
          </a:p>
        </p:txBody>
      </p:sp>
      <p:sp>
        <p:nvSpPr>
          <p:cNvPr id="12" name="TextBox 11"/>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20624"/>
            <a:ext cx="7708392" cy="868680"/>
          </a:xfrm>
        </p:spPr>
        <p:txBody>
          <a:bodyPr wrap="square" anchor="t"/>
          <a:lstStyle/>
          <a:p>
            <a:pPr algn="l">
              <a:lnSpc>
                <a:spcPct val="106000"/>
              </a:lnSpc>
            </a:pPr>
            <a:r>
              <a:rPr sz="2400" b="1" i="0">
                <a:solidFill>
                  <a:srgbClr val="0E2A47"/>
                </a:solidFill>
                <a:latin typeface="Poppins"/>
              </a:rPr>
              <a:t>What this does and does not show</a:t>
            </a:r>
          </a:p>
        </p:txBody>
      </p:sp>
      <p:pic>
        <p:nvPicPr>
          <p:cNvPr id="3" name="Picture 2" descr="f5_evidence_tiers.png"/>
          <p:cNvPicPr>
            <a:picLocks noChangeAspect="1"/>
          </p:cNvPicPr>
          <p:nvPr/>
        </p:nvPicPr>
        <p:blipFill>
          <a:blip r:embed="rId2"/>
          <a:stretch>
            <a:fillRect/>
          </a:stretch>
        </p:blipFill>
        <p:spPr>
          <a:xfrm>
            <a:off x="1969685" y="1078992"/>
            <a:ext cx="5204629" cy="2121408"/>
          </a:xfrm>
          <a:prstGeom prst="rect">
            <a:avLst/>
          </a:prstGeom>
        </p:spPr>
      </p:pic>
      <p:sp>
        <p:nvSpPr>
          <p:cNvPr id="4" name="Rectangle 3"/>
          <p:cNvSpPr/>
          <p:nvPr/>
        </p:nvSpPr>
        <p:spPr>
          <a:xfrm>
            <a:off x="713232" y="3328416"/>
            <a:ext cx="685800" cy="41148"/>
          </a:xfrm>
          <a:prstGeom prst="rect">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456432"/>
            <a:ext cx="2441448" cy="566928"/>
          </a:xfrm>
          <a:prstGeom prst="rect">
            <a:avLst/>
          </a:prstGeom>
          <a:noFill/>
        </p:spPr>
        <p:txBody>
          <a:bodyPr wrap="square" lIns="0" rIns="0" tIns="0" bIns="0" anchor="t">
            <a:spAutoFit/>
          </a:bodyPr>
          <a:lstStyle/>
          <a:p>
            <a:pPr algn="l">
              <a:lnSpc>
                <a:spcPct val="110000"/>
              </a:lnSpc>
            </a:pPr>
            <a:r>
              <a:rPr sz="1300" b="1" i="0">
                <a:solidFill>
                  <a:srgbClr val="0E2A47"/>
                </a:solidFill>
                <a:latin typeface="Poppins"/>
              </a:rPr>
              <a:t>14/14 checks — 2 are external and quantitative</a:t>
            </a:r>
          </a:p>
        </p:txBody>
      </p:sp>
      <p:sp>
        <p:nvSpPr>
          <p:cNvPr id="6" name="TextBox 5"/>
          <p:cNvSpPr txBox="1"/>
          <p:nvPr/>
        </p:nvSpPr>
        <p:spPr>
          <a:xfrm>
            <a:off x="713232" y="4005072"/>
            <a:ext cx="2441448" cy="640080"/>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four internal, three direction-only, three circular, two not vitamin-D evidence</a:t>
            </a:r>
          </a:p>
        </p:txBody>
      </p:sp>
      <p:sp>
        <p:nvSpPr>
          <p:cNvPr id="7" name="Rectangle 6"/>
          <p:cNvSpPr/>
          <p:nvPr/>
        </p:nvSpPr>
        <p:spPr>
          <a:xfrm>
            <a:off x="3355848" y="3328416"/>
            <a:ext cx="685800" cy="41148"/>
          </a:xfrm>
          <a:prstGeom prst="rect">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55848" y="3456432"/>
            <a:ext cx="2441448" cy="566928"/>
          </a:xfrm>
          <a:prstGeom prst="rect">
            <a:avLst/>
          </a:prstGeom>
          <a:noFill/>
        </p:spPr>
        <p:txBody>
          <a:bodyPr wrap="square" lIns="0" rIns="0" tIns="0" bIns="0" anchor="t">
            <a:spAutoFit/>
          </a:bodyPr>
          <a:lstStyle/>
          <a:p>
            <a:pPr algn="l">
              <a:lnSpc>
                <a:spcPct val="110000"/>
              </a:lnSpc>
            </a:pPr>
            <a:r>
              <a:rPr sz="1300" b="1" i="0">
                <a:solidFill>
                  <a:srgbClr val="0E2A47"/>
                </a:solidFill>
                <a:latin typeface="Poppins"/>
              </a:rPr>
              <a:t>The one held-out test fails</a:t>
            </a:r>
          </a:p>
        </p:txBody>
      </p:sp>
      <p:sp>
        <p:nvSpPr>
          <p:cNvPr id="9" name="TextBox 8"/>
          <p:cNvSpPr txBox="1"/>
          <p:nvPr/>
        </p:nvSpPr>
        <p:spPr>
          <a:xfrm>
            <a:off x="3355848" y="4005072"/>
            <a:ext cx="2441448" cy="640080"/>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Webb/Kift 2018, FST V : FST II, 3.01× against a reported 2.5–3.0×</a:t>
            </a:r>
          </a:p>
        </p:txBody>
      </p:sp>
      <p:sp>
        <p:nvSpPr>
          <p:cNvPr id="10" name="Rectangle 9"/>
          <p:cNvSpPr/>
          <p:nvPr/>
        </p:nvSpPr>
        <p:spPr>
          <a:xfrm>
            <a:off x="5989320" y="3328416"/>
            <a:ext cx="685800" cy="41148"/>
          </a:xfrm>
          <a:prstGeom prst="rect">
            <a:avLst/>
          </a:prstGeom>
          <a:solidFill>
            <a:srgbClr val="058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3456432"/>
            <a:ext cx="2441448" cy="566928"/>
          </a:xfrm>
          <a:prstGeom prst="rect">
            <a:avLst/>
          </a:prstGeom>
          <a:noFill/>
        </p:spPr>
        <p:txBody>
          <a:bodyPr wrap="square" lIns="0" rIns="0" tIns="0" bIns="0" anchor="t">
            <a:spAutoFit/>
          </a:bodyPr>
          <a:lstStyle/>
          <a:p>
            <a:pPr algn="l">
              <a:lnSpc>
                <a:spcPct val="110000"/>
              </a:lnSpc>
            </a:pPr>
            <a:r>
              <a:rPr sz="1300" b="1" i="0">
                <a:solidFill>
                  <a:srgbClr val="0E2A47"/>
                </a:solidFill>
                <a:latin typeface="Poppins"/>
              </a:rPr>
              <a:t>The ranking transfers; the minutes don't yet</a:t>
            </a:r>
          </a:p>
        </p:txBody>
      </p:sp>
      <p:sp>
        <p:nvSpPr>
          <p:cNvPr id="12" name="TextBox 11"/>
          <p:cNvSpPr txBox="1"/>
          <p:nvPr/>
        </p:nvSpPr>
        <p:spPr>
          <a:xfrm>
            <a:off x="5989320" y="4005072"/>
            <a:ext cx="2441448" cy="640080"/>
          </a:xfrm>
          <a:prstGeom prst="rect">
            <a:avLst/>
          </a:prstGeom>
          <a:noFill/>
        </p:spPr>
        <p:txBody>
          <a:bodyPr wrap="square" lIns="0" rIns="0" tIns="0" bIns="0" anchor="t">
            <a:spAutoFit/>
          </a:bodyPr>
          <a:lstStyle/>
          <a:p>
            <a:pPr algn="l">
              <a:lnSpc>
                <a:spcPct val="120000"/>
              </a:lnSpc>
            </a:pPr>
            <a:r>
              <a:rPr sz="1100" b="0" i="0">
                <a:solidFill>
                  <a:srgbClr val="869FB2"/>
                </a:solidFill>
                <a:latin typeface="Albert Sans"/>
              </a:rPr>
              <a:t>stratum-corneum priors are uncalibrated</a:t>
            </a:r>
          </a:p>
        </p:txBody>
      </p:sp>
      <p:sp>
        <p:nvSpPr>
          <p:cNvPr id="13" name="TextBox 12"/>
          <p:cNvSpPr txBox="1"/>
          <p:nvPr/>
        </p:nvSpPr>
        <p:spPr>
          <a:xfrm>
            <a:off x="722376" y="4709160"/>
            <a:ext cx="5852160" cy="256032"/>
          </a:xfrm>
          <a:prstGeom prst="rect">
            <a:avLst/>
          </a:prstGeom>
          <a:noFill/>
        </p:spPr>
        <p:txBody>
          <a:bodyPr wrap="square" lIns="0" rIns="0" tIns="0" bIns="0" anchor="t">
            <a:spAutoFit/>
          </a:bodyPr>
          <a:lstStyle/>
          <a:p>
            <a:pPr algn="l"/>
            <a:r>
              <a:rPr sz="1000" b="0" i="0">
                <a:solidFill>
                  <a:srgbClr val="869FB2"/>
                </a:solidFill>
                <a:latin typeface="Albert Sans"/>
              </a:rPr>
              <a:t>CMU BME Forum 2026 · Nigam, Tusi, Grover</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